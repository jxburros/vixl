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217613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editable workflow.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are illustrative.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3600" y="428625"/>
            <a:ext cx="10690413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3600" y="1714500"/>
            <a:ext cx="10690413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>
        <a:defRPr sz="2800" kern="12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553250" y="318103"/>
            <a:ext cx="8990319" cy="477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833"/>
              </a:lnSpc>
              <a:buNone/>
            </a:pPr>
            <a:r>
              <a:rPr lang="en-US" sz="3449" dirty="0">
                <a:solidFill>
                  <a:srgbClr val="18283B"/>
                </a:solidFill>
                <a:latin typeface="DejaVu Sans"/>
                <a:ea typeface="DejaVu Sans"/>
                <a:cs typeface="DejaVu Sans"/>
              </a:rPr>
              <a:t>Design once. Export many ways.</a:t>
            </a:r>
            <a:endParaRPr lang="en-US" sz="3449" dirty="0"/>
          </a:p>
        </p:txBody>
      </p:sp>
      <p:sp>
        <p:nvSpPr>
          <p:cNvPr id="3" name="subtitle"/>
          <p:cNvSpPr txBox="1"/>
          <p:nvPr/>
        </p:nvSpPr>
        <p:spPr>
          <a:xfrm>
            <a:off x="553250" y="929355"/>
            <a:ext cx="3962080" cy="2924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76"/>
              </a:lnSpc>
              <a:buNone/>
            </a:pPr>
            <a:r>
              <a:rPr lang="en-US" sz="1815" dirty="0">
                <a:solidFill>
                  <a:srgbClr val="4D6175"/>
                </a:solidFill>
                <a:latin typeface="DejaVu Sans"/>
                <a:ea typeface="DejaVu Sans"/>
                <a:cs typeface="DejaVu Sans"/>
              </a:rPr>
              <a:t>Vixl / an editable slide deck</a:t>
            </a:r>
            <a:endParaRPr lang="en-US" sz="1815" dirty="0"/>
          </a:p>
        </p:txBody>
      </p:sp>
      <p:sp>
        <p:nvSpPr>
          <p:cNvPr id="4" name="cover-panel"/>
          <p:cNvSpPr/>
          <p:nvPr/>
        </p:nvSpPr>
        <p:spPr>
          <a:xfrm>
            <a:off x="553250" y="1844168"/>
            <a:ext cx="11111113" cy="3227294"/>
          </a:xfrm>
          <a:prstGeom prst="roundRect">
            <a:avLst>
              <a:gd name="adj" fmla="val 5714"/>
            </a:avLst>
          </a:prstGeom>
          <a:solidFill>
            <a:srgbClr val="18283B"/>
          </a:solidFill>
          <a:ln>
            <a:noFill/>
          </a:ln>
        </p:spPr>
      </p:sp>
      <p:sp>
        <p:nvSpPr>
          <p:cNvPr id="5" name="cover-title"/>
          <p:cNvSpPr txBox="1"/>
          <p:nvPr/>
        </p:nvSpPr>
        <p:spPr>
          <a:xfrm>
            <a:off x="923907" y="2476987"/>
            <a:ext cx="7520748" cy="6119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888"/>
              </a:lnSpc>
              <a:buNone/>
            </a:pPr>
            <a:r>
              <a:rPr lang="en-US" sz="490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Text. Shapes. Data.</a:t>
            </a:r>
            <a:endParaRPr lang="en-US" sz="4901" dirty="0"/>
          </a:p>
        </p:txBody>
      </p:sp>
      <p:sp>
        <p:nvSpPr>
          <p:cNvPr id="6" name="cover-body"/>
          <p:cNvSpPr txBox="1"/>
          <p:nvPr/>
        </p:nvSpPr>
        <p:spPr>
          <a:xfrm>
            <a:off x="922084" y="3653263"/>
            <a:ext cx="9206433" cy="36932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899"/>
              </a:lnSpc>
              <a:buNone/>
            </a:pPr>
            <a:r>
              <a:rPr lang="en-US" sz="2178" dirty="0">
                <a:solidFill>
                  <a:srgbClr val="C1D4E5"/>
                </a:solidFill>
                <a:latin typeface="DejaVu Sans"/>
                <a:ea typeface="DejaVu Sans"/>
                <a:cs typeface="DejaVu Sans"/>
              </a:rPr>
              <a:t>A portable document becomes slides, images or PDF.</a:t>
            </a:r>
            <a:endParaRPr lang="en-US" sz="217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sults"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553250" y="318103"/>
            <a:ext cx="5215538" cy="477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833"/>
              </a:lnSpc>
              <a:buNone/>
            </a:pPr>
            <a:r>
              <a:rPr lang="en-US" sz="3449" dirty="0">
                <a:solidFill>
                  <a:srgbClr val="18283B"/>
                </a:solidFill>
                <a:latin typeface="DejaVu Sans"/>
                <a:ea typeface="DejaVu Sans"/>
                <a:cs typeface="DejaVu Sans"/>
              </a:rPr>
              <a:t>Results at a glance</a:t>
            </a:r>
            <a:endParaRPr lang="en-US" sz="3449" dirty="0"/>
          </a:p>
        </p:txBody>
      </p:sp>
      <p:sp>
        <p:nvSpPr>
          <p:cNvPr id="3" name="subtitle"/>
          <p:cNvSpPr txBox="1"/>
          <p:nvPr/>
        </p:nvSpPr>
        <p:spPr>
          <a:xfrm>
            <a:off x="553250" y="929355"/>
            <a:ext cx="6065584" cy="3154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76"/>
              </a:lnSpc>
              <a:buNone/>
            </a:pPr>
            <a:r>
              <a:rPr lang="en-US" sz="1815" dirty="0">
                <a:solidFill>
                  <a:srgbClr val="4D6175"/>
                </a:solidFill>
                <a:latin typeface="DejaVu Sans"/>
                <a:ea typeface="DejaVu Sans"/>
                <a:cs typeface="DejaVu Sans"/>
              </a:rPr>
              <a:t>Illustrative tasks completed in four stages</a:t>
            </a:r>
            <a:endParaRPr lang="en-US" sz="1815" dirty="0"/>
          </a:p>
        </p:txBody>
      </p:sp>
      <p:sp>
        <p:nvSpPr>
          <p:cNvPr id="4" name="category-0"/>
          <p:cNvSpPr txBox="1"/>
          <p:nvPr/>
        </p:nvSpPr>
        <p:spPr>
          <a:xfrm>
            <a:off x="553250" y="1889777"/>
            <a:ext cx="1118027" cy="31169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899"/>
              </a:lnSpc>
              <a:buNone/>
            </a:pPr>
            <a:r>
              <a:rPr lang="en-US" sz="2178" dirty="0">
                <a:solidFill>
                  <a:srgbClr val="18283B"/>
                </a:solidFill>
                <a:latin typeface="DejaVu Sans"/>
                <a:ea typeface="DejaVu Sans"/>
                <a:cs typeface="DejaVu Sans"/>
              </a:rPr>
              <a:t>Draft</a:t>
            </a:r>
            <a:endParaRPr lang="en-US" sz="2178" dirty="0"/>
          </a:p>
        </p:txBody>
      </p:sp>
      <p:sp>
        <p:nvSpPr>
          <p:cNvPr id="5" name="bar-0"/>
          <p:cNvSpPr/>
          <p:nvPr/>
        </p:nvSpPr>
        <p:spPr>
          <a:xfrm>
            <a:off x="2420471" y="1844168"/>
            <a:ext cx="2489627" cy="553250"/>
          </a:xfrm>
          <a:prstGeom prst="roundRect">
            <a:avLst>
              <a:gd name="adj" fmla="val 12500"/>
            </a:avLst>
          </a:prstGeom>
          <a:solidFill>
            <a:srgbClr val="087F78"/>
          </a:solidFill>
          <a:ln>
            <a:noFill/>
          </a:ln>
        </p:spPr>
      </p:sp>
      <p:sp>
        <p:nvSpPr>
          <p:cNvPr id="6" name="value-0"/>
          <p:cNvSpPr txBox="1"/>
          <p:nvPr/>
        </p:nvSpPr>
        <p:spPr>
          <a:xfrm>
            <a:off x="11041956" y="1838810"/>
            <a:ext cx="772245" cy="305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899"/>
              </a:lnSpc>
              <a:buNone/>
            </a:pPr>
            <a:r>
              <a:rPr lang="en-US" sz="2178" dirty="0">
                <a:solidFill>
                  <a:srgbClr val="18283B"/>
                </a:solidFill>
                <a:latin typeface="DejaVu Sans"/>
                <a:ea typeface="DejaVu Sans"/>
                <a:cs typeface="DejaVu Sans"/>
              </a:rPr>
              <a:t>24</a:t>
            </a:r>
            <a:endParaRPr lang="en-US" sz="2178" dirty="0"/>
          </a:p>
        </p:txBody>
      </p:sp>
      <p:sp>
        <p:nvSpPr>
          <p:cNvPr id="7" name="category-1"/>
          <p:cNvSpPr txBox="1"/>
          <p:nvPr/>
        </p:nvSpPr>
        <p:spPr>
          <a:xfrm>
            <a:off x="553250" y="2904069"/>
            <a:ext cx="1406178" cy="31169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899"/>
              </a:lnSpc>
              <a:buNone/>
            </a:pPr>
            <a:r>
              <a:rPr lang="en-US" sz="2178" dirty="0">
                <a:solidFill>
                  <a:srgbClr val="18283B"/>
                </a:solidFill>
                <a:latin typeface="DejaVu Sans"/>
                <a:ea typeface="DejaVu Sans"/>
                <a:cs typeface="DejaVu Sans"/>
              </a:rPr>
              <a:t>Review</a:t>
            </a:r>
            <a:endParaRPr lang="en-US" sz="2178" dirty="0"/>
          </a:p>
        </p:txBody>
      </p:sp>
      <p:sp>
        <p:nvSpPr>
          <p:cNvPr id="8" name="bar-1"/>
          <p:cNvSpPr/>
          <p:nvPr/>
        </p:nvSpPr>
        <p:spPr>
          <a:xfrm>
            <a:off x="2420471" y="2858461"/>
            <a:ext cx="3941909" cy="553250"/>
          </a:xfrm>
          <a:prstGeom prst="roundRect">
            <a:avLst>
              <a:gd name="adj" fmla="val 12500"/>
            </a:avLst>
          </a:prstGeom>
          <a:solidFill>
            <a:srgbClr val="087F78"/>
          </a:solidFill>
          <a:ln>
            <a:noFill/>
          </a:ln>
        </p:spPr>
      </p:sp>
      <p:sp>
        <p:nvSpPr>
          <p:cNvPr id="9" name="value-1"/>
          <p:cNvSpPr txBox="1"/>
          <p:nvPr/>
        </p:nvSpPr>
        <p:spPr>
          <a:xfrm>
            <a:off x="11041956" y="2853103"/>
            <a:ext cx="772245" cy="31656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899"/>
              </a:lnSpc>
              <a:buNone/>
            </a:pPr>
            <a:r>
              <a:rPr lang="en-US" sz="2178" dirty="0">
                <a:solidFill>
                  <a:srgbClr val="18283B"/>
                </a:solidFill>
                <a:latin typeface="DejaVu Sans"/>
                <a:ea typeface="DejaVu Sans"/>
                <a:cs typeface="DejaVu Sans"/>
              </a:rPr>
              <a:t>38</a:t>
            </a:r>
            <a:endParaRPr lang="en-US" sz="2178" dirty="0"/>
          </a:p>
        </p:txBody>
      </p:sp>
      <p:sp>
        <p:nvSpPr>
          <p:cNvPr id="10" name="category-2"/>
          <p:cNvSpPr txBox="1"/>
          <p:nvPr/>
        </p:nvSpPr>
        <p:spPr>
          <a:xfrm>
            <a:off x="553250" y="3918362"/>
            <a:ext cx="1290918" cy="31169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899"/>
              </a:lnSpc>
              <a:buNone/>
            </a:pPr>
            <a:r>
              <a:rPr lang="en-US" sz="2178" dirty="0">
                <a:solidFill>
                  <a:srgbClr val="18283B"/>
                </a:solidFill>
                <a:latin typeface="DejaVu Sans"/>
                <a:ea typeface="DejaVu Sans"/>
                <a:cs typeface="DejaVu Sans"/>
              </a:rPr>
              <a:t>Refine</a:t>
            </a:r>
            <a:endParaRPr lang="en-US" sz="2178" dirty="0"/>
          </a:p>
        </p:txBody>
      </p:sp>
      <p:sp>
        <p:nvSpPr>
          <p:cNvPr id="11" name="bar-2"/>
          <p:cNvSpPr/>
          <p:nvPr/>
        </p:nvSpPr>
        <p:spPr>
          <a:xfrm>
            <a:off x="2420471" y="3872753"/>
            <a:ext cx="5394192" cy="553250"/>
          </a:xfrm>
          <a:prstGeom prst="roundRect">
            <a:avLst>
              <a:gd name="adj" fmla="val 12500"/>
            </a:avLst>
          </a:prstGeom>
          <a:solidFill>
            <a:srgbClr val="087F78"/>
          </a:solidFill>
          <a:ln>
            <a:noFill/>
          </a:ln>
        </p:spPr>
      </p:sp>
      <p:sp>
        <p:nvSpPr>
          <p:cNvPr id="12" name="value-2"/>
          <p:cNvSpPr txBox="1"/>
          <p:nvPr/>
        </p:nvSpPr>
        <p:spPr>
          <a:xfrm>
            <a:off x="11041956" y="3867395"/>
            <a:ext cx="772245" cy="31656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899"/>
              </a:lnSpc>
              <a:buNone/>
            </a:pPr>
            <a:r>
              <a:rPr lang="en-US" sz="2178" dirty="0">
                <a:solidFill>
                  <a:srgbClr val="18283B"/>
                </a:solidFill>
                <a:latin typeface="DejaVu Sans"/>
                <a:ea typeface="DejaVu Sans"/>
                <a:cs typeface="DejaVu Sans"/>
              </a:rPr>
              <a:t>52</a:t>
            </a:r>
            <a:endParaRPr lang="en-US" sz="2178" dirty="0"/>
          </a:p>
        </p:txBody>
      </p:sp>
      <p:sp>
        <p:nvSpPr>
          <p:cNvPr id="13" name="category-3"/>
          <p:cNvSpPr txBox="1"/>
          <p:nvPr/>
        </p:nvSpPr>
        <p:spPr>
          <a:xfrm>
            <a:off x="553250" y="4932654"/>
            <a:ext cx="1406178" cy="31169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899"/>
              </a:lnSpc>
              <a:buNone/>
            </a:pPr>
            <a:r>
              <a:rPr lang="en-US" sz="2178" dirty="0">
                <a:solidFill>
                  <a:srgbClr val="18283B"/>
                </a:solidFill>
                <a:latin typeface="DejaVu Sans"/>
                <a:ea typeface="DejaVu Sans"/>
                <a:cs typeface="DejaVu Sans"/>
              </a:rPr>
              <a:t>Deliver</a:t>
            </a:r>
            <a:endParaRPr lang="en-US" sz="2178" dirty="0"/>
          </a:p>
        </p:txBody>
      </p:sp>
      <p:sp>
        <p:nvSpPr>
          <p:cNvPr id="14" name="bar-3"/>
          <p:cNvSpPr/>
          <p:nvPr/>
        </p:nvSpPr>
        <p:spPr>
          <a:xfrm>
            <a:off x="2420471" y="4887045"/>
            <a:ext cx="7053943" cy="553250"/>
          </a:xfrm>
          <a:prstGeom prst="roundRect">
            <a:avLst>
              <a:gd name="adj" fmla="val 12500"/>
            </a:avLst>
          </a:prstGeom>
          <a:solidFill>
            <a:srgbClr val="087F78"/>
          </a:solidFill>
          <a:ln>
            <a:noFill/>
          </a:ln>
        </p:spPr>
      </p:sp>
      <p:sp>
        <p:nvSpPr>
          <p:cNvPr id="15" name="value-3"/>
          <p:cNvSpPr txBox="1"/>
          <p:nvPr/>
        </p:nvSpPr>
        <p:spPr>
          <a:xfrm>
            <a:off x="11041956" y="4881688"/>
            <a:ext cx="772245" cy="31656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899"/>
              </a:lnSpc>
              <a:buNone/>
            </a:pPr>
            <a:r>
              <a:rPr lang="en-US" sz="2178" dirty="0">
                <a:solidFill>
                  <a:srgbClr val="18283B"/>
                </a:solidFill>
                <a:latin typeface="DejaVu Sans"/>
                <a:ea typeface="DejaVu Sans"/>
                <a:cs typeface="DejaVu Sans"/>
              </a:rPr>
              <a:t>68</a:t>
            </a:r>
            <a:endParaRPr lang="en-US" sz="217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Vixl</Application>
  <Slides>2</Slides>
  <Notes>2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Results at a glance</dc:title>
  <dc:creator>Vixl</dc:creator>
</cp:coreProperties>
</file>
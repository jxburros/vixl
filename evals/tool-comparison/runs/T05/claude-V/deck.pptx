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Cups poured</c:v>
                </c:pt>
              </c:strCache>
            </c:strRef>
          </c:tx>
          <c:spPr>
            <a:solidFill>
              <a:srgbClr val="14263B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955" b="0">
                    <a:solidFill>
                      <a:srgbClr val="14263B"/>
                    </a:solidFill>
                    <a:latin typeface="Rubik"/>
                    <a:ea typeface="Rubik"/>
                    <a:cs typeface="Rubik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8560</c:v>
                </c:pt>
                <c:pt idx="1">
                  <c:v>8830</c:v>
                </c:pt>
                <c:pt idx="2">
                  <c:v>8990</c:v>
                </c:pt>
                <c:pt idx="3">
                  <c:v>8900</c:v>
                </c:pt>
              </c:numCache>
            </c:numRef>
          </c:val>
        </c:ser>
        <c:gapWidth val="6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noFill/>
          <a:ln w="12700">
            <a:solidFill>
              <a:srgbClr val="14263B"/>
            </a:solidFill>
          </a:ln>
        </c:spPr>
        <c:txPr>
          <a:bodyPr/>
          <a:lstStyle/>
          <a:p>
            <a:pPr>
              <a:defRPr sz="2300" b="0">
                <a:solidFill>
                  <a:srgbClr val="616B75"/>
                </a:solidFill>
                <a:latin typeface="Rubik"/>
                <a:ea typeface="Rubik"/>
                <a:cs typeface="Rubik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10000"/>
          <c:min val="0"/>
        </c:scaling>
        <c:delete val="0"/>
        <c:axPos val="l"/>
        <c:majorGridlines>
          <c:spPr>
            <a:ln w="9525">
              <a:solidFill>
                <a:srgbClr val="E6DCC8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/>
          <a:lstStyle/>
          <a:p>
            <a:pPr>
              <a:defRPr sz="2300" b="0">
                <a:solidFill>
                  <a:srgbClr val="616B75"/>
                </a:solidFill>
                <a:latin typeface="Rubik"/>
                <a:ea typeface="Rubik"/>
                <a:cs typeface="Rubik"/>
              </a:defRPr>
            </a:pPr>
            <a:endParaRPr lang="en-US"/>
          </a:p>
        </c:txPr>
        <c:crossAx val="111111111"/>
        <c:crosses val="autoZero"/>
        <c:crossBetween val="between"/>
        <c:majorUnit val="500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2300" b="0">
          <a:solidFill>
            <a:srgbClr val="14263B"/>
          </a:solidFill>
          <a:latin typeface="Rubik"/>
          <a:ea typeface="Rubik"/>
          <a:cs typeface="Rubik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 kern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Welcome, everyone, and thank you for coming in before opening. This morning we look back at 2025 in a few numbers, celebrate what worked, and agree on our three priorities for 2026. It should take about fifteen minutes, with time for questions at the end.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our year in three numbers. We poured 35,280 cups, welcomed 312 performers to the open-mic stage, and held a 4.8-star average across our reviews. Every one of those numbers is the work of the people in this room.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Cups grew steadily through the year, from 8,560 in the first quarter to a peak of 8,990 in the summer. The fourth quarter dipped only slightly, to 8,900, even with fewer cold-brew sales. Steady quarters like these let us plan staffing with confidence.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things made the biggest difference this year. Thursday open mics turned a quiet evening into one of our busiest, and cold brew on tap carried us through the summer. The pre-order shelf took pressure off the morning rush, so thank you for keeping it tidy and labelled.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2026 we have three priorities. A second espresso machine should cut weekend waits, and a monthly makers' market will bring new faces along the quay. We will launch the winter menu on December 1, so menu ideas are welcome from now on.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all for a wonderful 2025. Questions and ideas are welcome now, or drop them in the notebook behind the counter. See you on the quay.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28625"/>
            <a:ext cx="10668000" cy="1143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714500"/>
            <a:ext cx="10668000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>
        <a:defRPr sz="2800" kern="1200">
          <a:solidFill>
            <a:schemeClr val="tx1"/>
          </a:solidFill>
          <a:latin typeface="+mn-lt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Chart1" Type="http://schemas.openxmlformats.org/officeDocument/2006/relationships/chart" Target="../charts/char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dewick-caf-2025-in-review">
    <p:bg>
      <p:bgPr>
        <a:solidFill>
          <a:srgbClr val="14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5842000"/>
            <a:ext cx="10668000" cy="19050"/>
          </a:xfrm>
          <a:prstGeom prst="rect">
            <a:avLst/>
          </a:prstGeom>
          <a:solidFill>
            <a:srgbClr val="A8D5C8">
              <a:alpha val="50000"/>
            </a:srgbClr>
          </a:solidFill>
          <a:ln>
            <a:noFill/>
          </a:ln>
        </p:spPr>
      </p:sp>
      <p:sp>
        <p:nvSpPr>
          <p:cNvPr id="3" name="footer-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6032500"/>
            <a:ext cx="88900" cy="8890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</p:sp>
      <p:sp>
        <p:nvSpPr>
          <p:cNvPr id="4" name="footer"/>
          <p:cNvSpPr txBox="1"/>
          <p:nvPr/>
        </p:nvSpPr>
        <p:spPr>
          <a:xfrm>
            <a:off x="927100" y="5916517"/>
            <a:ext cx="1389062" cy="1858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50"/>
              </a:lnSpc>
              <a:buNone/>
            </a:pPr>
            <a:r>
              <a:rPr lang="en-US" sz="1350" dirty="0">
                <a:solidFill>
                  <a:srgbClr val="F7F1E5"/>
                </a:solidFill>
                <a:latin typeface="Rubik"/>
                <a:ea typeface="Rubik"/>
                <a:cs typeface="Rubik"/>
              </a:rPr>
              <a:t>Tidewick Café</a:t>
            </a:r>
            <a:endParaRPr lang="en-US" sz="1350" dirty="0"/>
          </a:p>
        </p:txBody>
      </p:sp>
      <p:sp>
        <p:nvSpPr>
          <p:cNvPr id="5" name="page-number"/>
          <p:cNvSpPr txBox="1"/>
          <p:nvPr/>
        </p:nvSpPr>
        <p:spPr>
          <a:xfrm>
            <a:off x="11049000" y="5924404"/>
            <a:ext cx="606425" cy="1969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50"/>
              </a:lnSpc>
              <a:buNone/>
            </a:pPr>
            <a:r>
              <a:rPr lang="en-US" sz="1350" dirty="0">
                <a:solidFill>
                  <a:srgbClr val="A8D5C8"/>
                </a:solidFill>
                <a:latin typeface="Rubik"/>
                <a:ea typeface="Rubik"/>
                <a:cs typeface="Rubik"/>
              </a:rPr>
              <a:t>1 / 6</a:t>
            </a:r>
            <a:endParaRPr lang="en-US" sz="1350" dirty="0"/>
          </a:p>
        </p:txBody>
      </p:sp>
      <p:sp>
        <p:nvSpPr>
          <p:cNvPr id="6" name="lamp-gl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55000" y="-1905000"/>
            <a:ext cx="5715000" cy="5715000"/>
          </a:xfrm>
          <a:prstGeom prst="ellipse">
            <a:avLst/>
          </a:prstGeom>
          <a:solidFill>
            <a:srgbClr val="A8D5C8">
              <a:alpha val="12000"/>
            </a:srgbClr>
          </a:solidFill>
          <a:ln>
            <a:noFill/>
          </a:ln>
        </p:spPr>
      </p:sp>
      <p:sp>
        <p:nvSpPr>
          <p:cNvPr id="7" name="lam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07500" y="-952500"/>
            <a:ext cx="3810000" cy="381000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</p:sp>
      <p:sp>
        <p:nvSpPr>
          <p:cNvPr id="8" name="wave-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" y="4460875"/>
            <a:ext cx="12160250" cy="222250"/>
          </a:xfrm>
          <a:custGeom>
            <a:avLst/>
            <a:gdLst/>
            <a:ahLst/>
            <a:cxnLst/>
            <a:rect l="0" t="0" r="r" b="b"/>
            <a:pathLst>
              <a:path w="192000" h="4000">
                <a:moveTo>
                  <a:pt x="0" y="2000"/>
                </a:moveTo>
                <a:lnTo>
                  <a:pt x="1000" y="2312"/>
                </a:lnTo>
                <a:lnTo>
                  <a:pt x="2000" y="2612"/>
                </a:lnTo>
                <a:lnTo>
                  <a:pt x="3000" y="2889"/>
                </a:lnTo>
                <a:lnTo>
                  <a:pt x="4000" y="3131"/>
                </a:lnTo>
                <a:lnTo>
                  <a:pt x="5000" y="3330"/>
                </a:lnTo>
                <a:lnTo>
                  <a:pt x="6000" y="3478"/>
                </a:lnTo>
                <a:lnTo>
                  <a:pt x="7000" y="3569"/>
                </a:lnTo>
                <a:lnTo>
                  <a:pt x="8000" y="3600"/>
                </a:lnTo>
                <a:lnTo>
                  <a:pt x="9000" y="3569"/>
                </a:lnTo>
                <a:lnTo>
                  <a:pt x="10000" y="3478"/>
                </a:lnTo>
                <a:lnTo>
                  <a:pt x="11000" y="3330"/>
                </a:lnTo>
                <a:lnTo>
                  <a:pt x="12000" y="3131"/>
                </a:lnTo>
                <a:lnTo>
                  <a:pt x="13000" y="2889"/>
                </a:lnTo>
                <a:lnTo>
                  <a:pt x="14000" y="2612"/>
                </a:lnTo>
                <a:lnTo>
                  <a:pt x="15000" y="2312"/>
                </a:lnTo>
                <a:lnTo>
                  <a:pt x="16000" y="2000"/>
                </a:lnTo>
                <a:lnTo>
                  <a:pt x="17000" y="1688"/>
                </a:lnTo>
                <a:lnTo>
                  <a:pt x="18000" y="1388"/>
                </a:lnTo>
                <a:lnTo>
                  <a:pt x="19000" y="1111"/>
                </a:lnTo>
                <a:lnTo>
                  <a:pt x="20000" y="869"/>
                </a:lnTo>
                <a:lnTo>
                  <a:pt x="21000" y="670"/>
                </a:lnTo>
                <a:lnTo>
                  <a:pt x="22000" y="522"/>
                </a:lnTo>
                <a:lnTo>
                  <a:pt x="23000" y="431"/>
                </a:lnTo>
                <a:lnTo>
                  <a:pt x="24000" y="400"/>
                </a:lnTo>
                <a:lnTo>
                  <a:pt x="25000" y="431"/>
                </a:lnTo>
                <a:lnTo>
                  <a:pt x="26000" y="522"/>
                </a:lnTo>
                <a:lnTo>
                  <a:pt x="27000" y="670"/>
                </a:lnTo>
                <a:lnTo>
                  <a:pt x="28000" y="869"/>
                </a:lnTo>
                <a:lnTo>
                  <a:pt x="29000" y="1111"/>
                </a:lnTo>
                <a:lnTo>
                  <a:pt x="30000" y="1388"/>
                </a:lnTo>
                <a:lnTo>
                  <a:pt x="31000" y="1688"/>
                </a:lnTo>
                <a:lnTo>
                  <a:pt x="32000" y="2000"/>
                </a:lnTo>
                <a:lnTo>
                  <a:pt x="33000" y="2312"/>
                </a:lnTo>
                <a:lnTo>
                  <a:pt x="34000" y="2612"/>
                </a:lnTo>
                <a:lnTo>
                  <a:pt x="35000" y="2889"/>
                </a:lnTo>
                <a:lnTo>
                  <a:pt x="36000" y="3131"/>
                </a:lnTo>
                <a:lnTo>
                  <a:pt x="37000" y="3330"/>
                </a:lnTo>
                <a:lnTo>
                  <a:pt x="38000" y="3478"/>
                </a:lnTo>
                <a:lnTo>
                  <a:pt x="39000" y="3569"/>
                </a:lnTo>
                <a:lnTo>
                  <a:pt x="40000" y="3600"/>
                </a:lnTo>
                <a:lnTo>
                  <a:pt x="41000" y="3569"/>
                </a:lnTo>
                <a:lnTo>
                  <a:pt x="42000" y="3478"/>
                </a:lnTo>
                <a:lnTo>
                  <a:pt x="43000" y="3330"/>
                </a:lnTo>
                <a:lnTo>
                  <a:pt x="44000" y="3131"/>
                </a:lnTo>
                <a:lnTo>
                  <a:pt x="45000" y="2889"/>
                </a:lnTo>
                <a:lnTo>
                  <a:pt x="46000" y="2612"/>
                </a:lnTo>
                <a:lnTo>
                  <a:pt x="47000" y="2312"/>
                </a:lnTo>
                <a:lnTo>
                  <a:pt x="48000" y="2000"/>
                </a:lnTo>
                <a:lnTo>
                  <a:pt x="49000" y="1688"/>
                </a:lnTo>
                <a:lnTo>
                  <a:pt x="50000" y="1388"/>
                </a:lnTo>
                <a:lnTo>
                  <a:pt x="51000" y="1111"/>
                </a:lnTo>
                <a:lnTo>
                  <a:pt x="52000" y="869"/>
                </a:lnTo>
                <a:lnTo>
                  <a:pt x="53000" y="670"/>
                </a:lnTo>
                <a:lnTo>
                  <a:pt x="54000" y="522"/>
                </a:lnTo>
                <a:lnTo>
                  <a:pt x="55000" y="431"/>
                </a:lnTo>
                <a:lnTo>
                  <a:pt x="56000" y="400"/>
                </a:lnTo>
                <a:lnTo>
                  <a:pt x="57000" y="431"/>
                </a:lnTo>
                <a:lnTo>
                  <a:pt x="58000" y="522"/>
                </a:lnTo>
                <a:lnTo>
                  <a:pt x="59000" y="670"/>
                </a:lnTo>
                <a:lnTo>
                  <a:pt x="60000" y="869"/>
                </a:lnTo>
                <a:lnTo>
                  <a:pt x="61000" y="1111"/>
                </a:lnTo>
                <a:lnTo>
                  <a:pt x="62000" y="1388"/>
                </a:lnTo>
                <a:lnTo>
                  <a:pt x="63000" y="1688"/>
                </a:lnTo>
                <a:lnTo>
                  <a:pt x="64000" y="2000"/>
                </a:lnTo>
                <a:lnTo>
                  <a:pt x="65000" y="2312"/>
                </a:lnTo>
                <a:lnTo>
                  <a:pt x="66000" y="2612"/>
                </a:lnTo>
                <a:lnTo>
                  <a:pt x="67000" y="2889"/>
                </a:lnTo>
                <a:lnTo>
                  <a:pt x="68000" y="3131"/>
                </a:lnTo>
                <a:lnTo>
                  <a:pt x="69000" y="3330"/>
                </a:lnTo>
                <a:lnTo>
                  <a:pt x="70000" y="3478"/>
                </a:lnTo>
                <a:lnTo>
                  <a:pt x="71000" y="3569"/>
                </a:lnTo>
                <a:lnTo>
                  <a:pt x="72000" y="3600"/>
                </a:lnTo>
                <a:lnTo>
                  <a:pt x="73000" y="3569"/>
                </a:lnTo>
                <a:lnTo>
                  <a:pt x="74000" y="3478"/>
                </a:lnTo>
                <a:lnTo>
                  <a:pt x="75000" y="3330"/>
                </a:lnTo>
                <a:lnTo>
                  <a:pt x="76000" y="3131"/>
                </a:lnTo>
                <a:lnTo>
                  <a:pt x="77000" y="2889"/>
                </a:lnTo>
                <a:lnTo>
                  <a:pt x="78000" y="2612"/>
                </a:lnTo>
                <a:lnTo>
                  <a:pt x="79000" y="2312"/>
                </a:lnTo>
                <a:lnTo>
                  <a:pt x="80000" y="2000"/>
                </a:lnTo>
                <a:lnTo>
                  <a:pt x="81000" y="1688"/>
                </a:lnTo>
                <a:lnTo>
                  <a:pt x="82000" y="1388"/>
                </a:lnTo>
                <a:lnTo>
                  <a:pt x="83000" y="1111"/>
                </a:lnTo>
                <a:lnTo>
                  <a:pt x="84000" y="869"/>
                </a:lnTo>
                <a:lnTo>
                  <a:pt x="85000" y="670"/>
                </a:lnTo>
                <a:lnTo>
                  <a:pt x="86000" y="522"/>
                </a:lnTo>
                <a:lnTo>
                  <a:pt x="87000" y="431"/>
                </a:lnTo>
                <a:lnTo>
                  <a:pt x="88000" y="400"/>
                </a:lnTo>
                <a:lnTo>
                  <a:pt x="89000" y="431"/>
                </a:lnTo>
                <a:lnTo>
                  <a:pt x="90000" y="522"/>
                </a:lnTo>
                <a:lnTo>
                  <a:pt x="91000" y="670"/>
                </a:lnTo>
                <a:lnTo>
                  <a:pt x="92000" y="869"/>
                </a:lnTo>
                <a:lnTo>
                  <a:pt x="93000" y="1111"/>
                </a:lnTo>
                <a:lnTo>
                  <a:pt x="94000" y="1388"/>
                </a:lnTo>
                <a:lnTo>
                  <a:pt x="95000" y="1688"/>
                </a:lnTo>
                <a:lnTo>
                  <a:pt x="96000" y="2000"/>
                </a:lnTo>
                <a:lnTo>
                  <a:pt x="97000" y="2312"/>
                </a:lnTo>
                <a:lnTo>
                  <a:pt x="98000" y="2612"/>
                </a:lnTo>
                <a:lnTo>
                  <a:pt x="99000" y="2889"/>
                </a:lnTo>
                <a:lnTo>
                  <a:pt x="100000" y="3131"/>
                </a:lnTo>
                <a:lnTo>
                  <a:pt x="101000" y="3330"/>
                </a:lnTo>
                <a:lnTo>
                  <a:pt x="102000" y="3478"/>
                </a:lnTo>
                <a:lnTo>
                  <a:pt x="103000" y="3569"/>
                </a:lnTo>
                <a:lnTo>
                  <a:pt x="104000" y="3600"/>
                </a:lnTo>
                <a:lnTo>
                  <a:pt x="105000" y="3569"/>
                </a:lnTo>
                <a:lnTo>
                  <a:pt x="106000" y="3478"/>
                </a:lnTo>
                <a:lnTo>
                  <a:pt x="107000" y="3330"/>
                </a:lnTo>
                <a:lnTo>
                  <a:pt x="108000" y="3131"/>
                </a:lnTo>
                <a:lnTo>
                  <a:pt x="109000" y="2889"/>
                </a:lnTo>
                <a:lnTo>
                  <a:pt x="110000" y="2612"/>
                </a:lnTo>
                <a:lnTo>
                  <a:pt x="111000" y="2312"/>
                </a:lnTo>
                <a:lnTo>
                  <a:pt x="112000" y="2000"/>
                </a:lnTo>
                <a:lnTo>
                  <a:pt x="113000" y="1688"/>
                </a:lnTo>
                <a:lnTo>
                  <a:pt x="114000" y="1388"/>
                </a:lnTo>
                <a:lnTo>
                  <a:pt x="115000" y="1111"/>
                </a:lnTo>
                <a:lnTo>
                  <a:pt x="116000" y="869"/>
                </a:lnTo>
                <a:lnTo>
                  <a:pt x="117000" y="670"/>
                </a:lnTo>
                <a:lnTo>
                  <a:pt x="118000" y="522"/>
                </a:lnTo>
                <a:lnTo>
                  <a:pt x="119000" y="431"/>
                </a:lnTo>
                <a:lnTo>
                  <a:pt x="120000" y="400"/>
                </a:lnTo>
                <a:lnTo>
                  <a:pt x="121000" y="431"/>
                </a:lnTo>
                <a:lnTo>
                  <a:pt x="122000" y="522"/>
                </a:lnTo>
                <a:lnTo>
                  <a:pt x="123000" y="670"/>
                </a:lnTo>
                <a:lnTo>
                  <a:pt x="124000" y="869"/>
                </a:lnTo>
                <a:lnTo>
                  <a:pt x="125000" y="1111"/>
                </a:lnTo>
                <a:lnTo>
                  <a:pt x="126000" y="1388"/>
                </a:lnTo>
                <a:lnTo>
                  <a:pt x="127000" y="1688"/>
                </a:lnTo>
                <a:lnTo>
                  <a:pt x="128000" y="2000"/>
                </a:lnTo>
                <a:lnTo>
                  <a:pt x="129000" y="2312"/>
                </a:lnTo>
                <a:lnTo>
                  <a:pt x="130000" y="2612"/>
                </a:lnTo>
                <a:lnTo>
                  <a:pt x="131000" y="2889"/>
                </a:lnTo>
                <a:lnTo>
                  <a:pt x="132000" y="3131"/>
                </a:lnTo>
                <a:lnTo>
                  <a:pt x="133000" y="3330"/>
                </a:lnTo>
                <a:lnTo>
                  <a:pt x="134000" y="3478"/>
                </a:lnTo>
                <a:lnTo>
                  <a:pt x="135000" y="3569"/>
                </a:lnTo>
                <a:lnTo>
                  <a:pt x="136000" y="3600"/>
                </a:lnTo>
                <a:lnTo>
                  <a:pt x="137000" y="3569"/>
                </a:lnTo>
                <a:lnTo>
                  <a:pt x="138000" y="3478"/>
                </a:lnTo>
                <a:lnTo>
                  <a:pt x="139000" y="3330"/>
                </a:lnTo>
                <a:lnTo>
                  <a:pt x="140000" y="3131"/>
                </a:lnTo>
                <a:lnTo>
                  <a:pt x="141000" y="2889"/>
                </a:lnTo>
                <a:lnTo>
                  <a:pt x="142000" y="2612"/>
                </a:lnTo>
                <a:lnTo>
                  <a:pt x="143000" y="2312"/>
                </a:lnTo>
                <a:lnTo>
                  <a:pt x="144000" y="2000"/>
                </a:lnTo>
                <a:lnTo>
                  <a:pt x="145000" y="1688"/>
                </a:lnTo>
                <a:lnTo>
                  <a:pt x="146000" y="1388"/>
                </a:lnTo>
                <a:lnTo>
                  <a:pt x="147000" y="1111"/>
                </a:lnTo>
                <a:lnTo>
                  <a:pt x="148000" y="869"/>
                </a:lnTo>
                <a:lnTo>
                  <a:pt x="149000" y="670"/>
                </a:lnTo>
                <a:lnTo>
                  <a:pt x="150000" y="522"/>
                </a:lnTo>
                <a:lnTo>
                  <a:pt x="151000" y="431"/>
                </a:lnTo>
                <a:lnTo>
                  <a:pt x="152000" y="400"/>
                </a:lnTo>
                <a:lnTo>
                  <a:pt x="153000" y="431"/>
                </a:lnTo>
                <a:lnTo>
                  <a:pt x="154000" y="522"/>
                </a:lnTo>
                <a:lnTo>
                  <a:pt x="155000" y="670"/>
                </a:lnTo>
                <a:lnTo>
                  <a:pt x="156000" y="869"/>
                </a:lnTo>
                <a:lnTo>
                  <a:pt x="157000" y="1111"/>
                </a:lnTo>
                <a:lnTo>
                  <a:pt x="158000" y="1388"/>
                </a:lnTo>
                <a:lnTo>
                  <a:pt x="159000" y="1688"/>
                </a:lnTo>
                <a:lnTo>
                  <a:pt x="160000" y="2000"/>
                </a:lnTo>
                <a:lnTo>
                  <a:pt x="161000" y="2312"/>
                </a:lnTo>
                <a:lnTo>
                  <a:pt x="162000" y="2612"/>
                </a:lnTo>
                <a:lnTo>
                  <a:pt x="163000" y="2889"/>
                </a:lnTo>
                <a:lnTo>
                  <a:pt x="164000" y="3131"/>
                </a:lnTo>
                <a:lnTo>
                  <a:pt x="165000" y="3330"/>
                </a:lnTo>
                <a:lnTo>
                  <a:pt x="166000" y="3478"/>
                </a:lnTo>
                <a:lnTo>
                  <a:pt x="167000" y="3569"/>
                </a:lnTo>
                <a:lnTo>
                  <a:pt x="168000" y="3600"/>
                </a:lnTo>
                <a:lnTo>
                  <a:pt x="169000" y="3569"/>
                </a:lnTo>
                <a:lnTo>
                  <a:pt x="170000" y="3478"/>
                </a:lnTo>
                <a:lnTo>
                  <a:pt x="171000" y="3330"/>
                </a:lnTo>
                <a:lnTo>
                  <a:pt x="172000" y="3131"/>
                </a:lnTo>
                <a:lnTo>
                  <a:pt x="173000" y="2889"/>
                </a:lnTo>
                <a:lnTo>
                  <a:pt x="174000" y="2612"/>
                </a:lnTo>
                <a:lnTo>
                  <a:pt x="175000" y="2312"/>
                </a:lnTo>
                <a:lnTo>
                  <a:pt x="176000" y="2000"/>
                </a:lnTo>
                <a:lnTo>
                  <a:pt x="177000" y="1688"/>
                </a:lnTo>
                <a:lnTo>
                  <a:pt x="178000" y="1388"/>
                </a:lnTo>
                <a:lnTo>
                  <a:pt x="179000" y="1111"/>
                </a:lnTo>
                <a:lnTo>
                  <a:pt x="180000" y="869"/>
                </a:lnTo>
                <a:lnTo>
                  <a:pt x="181000" y="670"/>
                </a:lnTo>
                <a:lnTo>
                  <a:pt x="182000" y="522"/>
                </a:lnTo>
                <a:lnTo>
                  <a:pt x="183000" y="431"/>
                </a:lnTo>
                <a:lnTo>
                  <a:pt x="184000" y="400"/>
                </a:lnTo>
                <a:lnTo>
                  <a:pt x="185000" y="431"/>
                </a:lnTo>
                <a:lnTo>
                  <a:pt x="186000" y="522"/>
                </a:lnTo>
                <a:lnTo>
                  <a:pt x="187000" y="670"/>
                </a:lnTo>
                <a:lnTo>
                  <a:pt x="188000" y="869"/>
                </a:lnTo>
                <a:lnTo>
                  <a:pt x="189000" y="1111"/>
                </a:lnTo>
                <a:lnTo>
                  <a:pt x="190000" y="1388"/>
                </a:lnTo>
                <a:lnTo>
                  <a:pt x="191000" y="1688"/>
                </a:lnTo>
                <a:lnTo>
                  <a:pt x="192000" y="2000"/>
                </a:lnTo>
              </a:path>
            </a:pathLst>
          </a:custGeom>
          <a:noFill/>
          <a:ln w="31750">
            <a:solidFill>
              <a:srgbClr val="A8D5C8"/>
            </a:solidFill>
          </a:ln>
        </p:spPr>
      </p:sp>
      <p:sp>
        <p:nvSpPr>
          <p:cNvPr id="9" name="wave-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" y="4841875"/>
            <a:ext cx="12160250" cy="222250"/>
          </a:xfrm>
          <a:custGeom>
            <a:avLst/>
            <a:gdLst/>
            <a:ahLst/>
            <a:cxnLst/>
            <a:rect l="0" t="0" r="r" b="b"/>
            <a:pathLst>
              <a:path w="192000" h="4000">
                <a:moveTo>
                  <a:pt x="0" y="2000"/>
                </a:moveTo>
                <a:lnTo>
                  <a:pt x="1000" y="2312"/>
                </a:lnTo>
                <a:lnTo>
                  <a:pt x="2000" y="2612"/>
                </a:lnTo>
                <a:lnTo>
                  <a:pt x="3000" y="2889"/>
                </a:lnTo>
                <a:lnTo>
                  <a:pt x="4000" y="3131"/>
                </a:lnTo>
                <a:lnTo>
                  <a:pt x="5000" y="3330"/>
                </a:lnTo>
                <a:lnTo>
                  <a:pt x="6000" y="3478"/>
                </a:lnTo>
                <a:lnTo>
                  <a:pt x="7000" y="3569"/>
                </a:lnTo>
                <a:lnTo>
                  <a:pt x="8000" y="3600"/>
                </a:lnTo>
                <a:lnTo>
                  <a:pt x="9000" y="3569"/>
                </a:lnTo>
                <a:lnTo>
                  <a:pt x="10000" y="3478"/>
                </a:lnTo>
                <a:lnTo>
                  <a:pt x="11000" y="3330"/>
                </a:lnTo>
                <a:lnTo>
                  <a:pt x="12000" y="3131"/>
                </a:lnTo>
                <a:lnTo>
                  <a:pt x="13000" y="2889"/>
                </a:lnTo>
                <a:lnTo>
                  <a:pt x="14000" y="2612"/>
                </a:lnTo>
                <a:lnTo>
                  <a:pt x="15000" y="2312"/>
                </a:lnTo>
                <a:lnTo>
                  <a:pt x="16000" y="2000"/>
                </a:lnTo>
                <a:lnTo>
                  <a:pt x="17000" y="1688"/>
                </a:lnTo>
                <a:lnTo>
                  <a:pt x="18000" y="1388"/>
                </a:lnTo>
                <a:lnTo>
                  <a:pt x="19000" y="1111"/>
                </a:lnTo>
                <a:lnTo>
                  <a:pt x="20000" y="869"/>
                </a:lnTo>
                <a:lnTo>
                  <a:pt x="21000" y="670"/>
                </a:lnTo>
                <a:lnTo>
                  <a:pt x="22000" y="522"/>
                </a:lnTo>
                <a:lnTo>
                  <a:pt x="23000" y="431"/>
                </a:lnTo>
                <a:lnTo>
                  <a:pt x="24000" y="400"/>
                </a:lnTo>
                <a:lnTo>
                  <a:pt x="25000" y="431"/>
                </a:lnTo>
                <a:lnTo>
                  <a:pt x="26000" y="522"/>
                </a:lnTo>
                <a:lnTo>
                  <a:pt x="27000" y="670"/>
                </a:lnTo>
                <a:lnTo>
                  <a:pt x="28000" y="869"/>
                </a:lnTo>
                <a:lnTo>
                  <a:pt x="29000" y="1111"/>
                </a:lnTo>
                <a:lnTo>
                  <a:pt x="30000" y="1388"/>
                </a:lnTo>
                <a:lnTo>
                  <a:pt x="31000" y="1688"/>
                </a:lnTo>
                <a:lnTo>
                  <a:pt x="32000" y="2000"/>
                </a:lnTo>
                <a:lnTo>
                  <a:pt x="33000" y="2312"/>
                </a:lnTo>
                <a:lnTo>
                  <a:pt x="34000" y="2612"/>
                </a:lnTo>
                <a:lnTo>
                  <a:pt x="35000" y="2889"/>
                </a:lnTo>
                <a:lnTo>
                  <a:pt x="36000" y="3131"/>
                </a:lnTo>
                <a:lnTo>
                  <a:pt x="37000" y="3330"/>
                </a:lnTo>
                <a:lnTo>
                  <a:pt x="38000" y="3478"/>
                </a:lnTo>
                <a:lnTo>
                  <a:pt x="39000" y="3569"/>
                </a:lnTo>
                <a:lnTo>
                  <a:pt x="40000" y="3600"/>
                </a:lnTo>
                <a:lnTo>
                  <a:pt x="41000" y="3569"/>
                </a:lnTo>
                <a:lnTo>
                  <a:pt x="42000" y="3478"/>
                </a:lnTo>
                <a:lnTo>
                  <a:pt x="43000" y="3330"/>
                </a:lnTo>
                <a:lnTo>
                  <a:pt x="44000" y="3131"/>
                </a:lnTo>
                <a:lnTo>
                  <a:pt x="45000" y="2889"/>
                </a:lnTo>
                <a:lnTo>
                  <a:pt x="46000" y="2612"/>
                </a:lnTo>
                <a:lnTo>
                  <a:pt x="47000" y="2312"/>
                </a:lnTo>
                <a:lnTo>
                  <a:pt x="48000" y="2000"/>
                </a:lnTo>
                <a:lnTo>
                  <a:pt x="49000" y="1688"/>
                </a:lnTo>
                <a:lnTo>
                  <a:pt x="50000" y="1388"/>
                </a:lnTo>
                <a:lnTo>
                  <a:pt x="51000" y="1111"/>
                </a:lnTo>
                <a:lnTo>
                  <a:pt x="52000" y="869"/>
                </a:lnTo>
                <a:lnTo>
                  <a:pt x="53000" y="670"/>
                </a:lnTo>
                <a:lnTo>
                  <a:pt x="54000" y="522"/>
                </a:lnTo>
                <a:lnTo>
                  <a:pt x="55000" y="431"/>
                </a:lnTo>
                <a:lnTo>
                  <a:pt x="56000" y="400"/>
                </a:lnTo>
                <a:lnTo>
                  <a:pt x="57000" y="431"/>
                </a:lnTo>
                <a:lnTo>
                  <a:pt x="58000" y="522"/>
                </a:lnTo>
                <a:lnTo>
                  <a:pt x="59000" y="670"/>
                </a:lnTo>
                <a:lnTo>
                  <a:pt x="60000" y="869"/>
                </a:lnTo>
                <a:lnTo>
                  <a:pt x="61000" y="1111"/>
                </a:lnTo>
                <a:lnTo>
                  <a:pt x="62000" y="1388"/>
                </a:lnTo>
                <a:lnTo>
                  <a:pt x="63000" y="1688"/>
                </a:lnTo>
                <a:lnTo>
                  <a:pt x="64000" y="2000"/>
                </a:lnTo>
                <a:lnTo>
                  <a:pt x="65000" y="2312"/>
                </a:lnTo>
                <a:lnTo>
                  <a:pt x="66000" y="2612"/>
                </a:lnTo>
                <a:lnTo>
                  <a:pt x="67000" y="2889"/>
                </a:lnTo>
                <a:lnTo>
                  <a:pt x="68000" y="3131"/>
                </a:lnTo>
                <a:lnTo>
                  <a:pt x="69000" y="3330"/>
                </a:lnTo>
                <a:lnTo>
                  <a:pt x="70000" y="3478"/>
                </a:lnTo>
                <a:lnTo>
                  <a:pt x="71000" y="3569"/>
                </a:lnTo>
                <a:lnTo>
                  <a:pt x="72000" y="3600"/>
                </a:lnTo>
                <a:lnTo>
                  <a:pt x="73000" y="3569"/>
                </a:lnTo>
                <a:lnTo>
                  <a:pt x="74000" y="3478"/>
                </a:lnTo>
                <a:lnTo>
                  <a:pt x="75000" y="3330"/>
                </a:lnTo>
                <a:lnTo>
                  <a:pt x="76000" y="3131"/>
                </a:lnTo>
                <a:lnTo>
                  <a:pt x="77000" y="2889"/>
                </a:lnTo>
                <a:lnTo>
                  <a:pt x="78000" y="2612"/>
                </a:lnTo>
                <a:lnTo>
                  <a:pt x="79000" y="2312"/>
                </a:lnTo>
                <a:lnTo>
                  <a:pt x="80000" y="2000"/>
                </a:lnTo>
                <a:lnTo>
                  <a:pt x="81000" y="1688"/>
                </a:lnTo>
                <a:lnTo>
                  <a:pt x="82000" y="1388"/>
                </a:lnTo>
                <a:lnTo>
                  <a:pt x="83000" y="1111"/>
                </a:lnTo>
                <a:lnTo>
                  <a:pt x="84000" y="869"/>
                </a:lnTo>
                <a:lnTo>
                  <a:pt x="85000" y="670"/>
                </a:lnTo>
                <a:lnTo>
                  <a:pt x="86000" y="522"/>
                </a:lnTo>
                <a:lnTo>
                  <a:pt x="87000" y="431"/>
                </a:lnTo>
                <a:lnTo>
                  <a:pt x="88000" y="400"/>
                </a:lnTo>
                <a:lnTo>
                  <a:pt x="89000" y="431"/>
                </a:lnTo>
                <a:lnTo>
                  <a:pt x="90000" y="522"/>
                </a:lnTo>
                <a:lnTo>
                  <a:pt x="91000" y="670"/>
                </a:lnTo>
                <a:lnTo>
                  <a:pt x="92000" y="869"/>
                </a:lnTo>
                <a:lnTo>
                  <a:pt x="93000" y="1111"/>
                </a:lnTo>
                <a:lnTo>
                  <a:pt x="94000" y="1388"/>
                </a:lnTo>
                <a:lnTo>
                  <a:pt x="95000" y="1688"/>
                </a:lnTo>
                <a:lnTo>
                  <a:pt x="96000" y="2000"/>
                </a:lnTo>
                <a:lnTo>
                  <a:pt x="97000" y="2312"/>
                </a:lnTo>
                <a:lnTo>
                  <a:pt x="98000" y="2612"/>
                </a:lnTo>
                <a:lnTo>
                  <a:pt x="99000" y="2889"/>
                </a:lnTo>
                <a:lnTo>
                  <a:pt x="100000" y="3131"/>
                </a:lnTo>
                <a:lnTo>
                  <a:pt x="101000" y="3330"/>
                </a:lnTo>
                <a:lnTo>
                  <a:pt x="102000" y="3478"/>
                </a:lnTo>
                <a:lnTo>
                  <a:pt x="103000" y="3569"/>
                </a:lnTo>
                <a:lnTo>
                  <a:pt x="104000" y="3600"/>
                </a:lnTo>
                <a:lnTo>
                  <a:pt x="105000" y="3569"/>
                </a:lnTo>
                <a:lnTo>
                  <a:pt x="106000" y="3478"/>
                </a:lnTo>
                <a:lnTo>
                  <a:pt x="107000" y="3330"/>
                </a:lnTo>
                <a:lnTo>
                  <a:pt x="108000" y="3131"/>
                </a:lnTo>
                <a:lnTo>
                  <a:pt x="109000" y="2889"/>
                </a:lnTo>
                <a:lnTo>
                  <a:pt x="110000" y="2612"/>
                </a:lnTo>
                <a:lnTo>
                  <a:pt x="111000" y="2312"/>
                </a:lnTo>
                <a:lnTo>
                  <a:pt x="112000" y="2000"/>
                </a:lnTo>
                <a:lnTo>
                  <a:pt x="113000" y="1688"/>
                </a:lnTo>
                <a:lnTo>
                  <a:pt x="114000" y="1388"/>
                </a:lnTo>
                <a:lnTo>
                  <a:pt x="115000" y="1111"/>
                </a:lnTo>
                <a:lnTo>
                  <a:pt x="116000" y="869"/>
                </a:lnTo>
                <a:lnTo>
                  <a:pt x="117000" y="670"/>
                </a:lnTo>
                <a:lnTo>
                  <a:pt x="118000" y="522"/>
                </a:lnTo>
                <a:lnTo>
                  <a:pt x="119000" y="431"/>
                </a:lnTo>
                <a:lnTo>
                  <a:pt x="120000" y="400"/>
                </a:lnTo>
                <a:lnTo>
                  <a:pt x="121000" y="431"/>
                </a:lnTo>
                <a:lnTo>
                  <a:pt x="122000" y="522"/>
                </a:lnTo>
                <a:lnTo>
                  <a:pt x="123000" y="670"/>
                </a:lnTo>
                <a:lnTo>
                  <a:pt x="124000" y="869"/>
                </a:lnTo>
                <a:lnTo>
                  <a:pt x="125000" y="1111"/>
                </a:lnTo>
                <a:lnTo>
                  <a:pt x="126000" y="1388"/>
                </a:lnTo>
                <a:lnTo>
                  <a:pt x="127000" y="1688"/>
                </a:lnTo>
                <a:lnTo>
                  <a:pt x="128000" y="2000"/>
                </a:lnTo>
                <a:lnTo>
                  <a:pt x="129000" y="2312"/>
                </a:lnTo>
                <a:lnTo>
                  <a:pt x="130000" y="2612"/>
                </a:lnTo>
                <a:lnTo>
                  <a:pt x="131000" y="2889"/>
                </a:lnTo>
                <a:lnTo>
                  <a:pt x="132000" y="3131"/>
                </a:lnTo>
                <a:lnTo>
                  <a:pt x="133000" y="3330"/>
                </a:lnTo>
                <a:lnTo>
                  <a:pt x="134000" y="3478"/>
                </a:lnTo>
                <a:lnTo>
                  <a:pt x="135000" y="3569"/>
                </a:lnTo>
                <a:lnTo>
                  <a:pt x="136000" y="3600"/>
                </a:lnTo>
                <a:lnTo>
                  <a:pt x="137000" y="3569"/>
                </a:lnTo>
                <a:lnTo>
                  <a:pt x="138000" y="3478"/>
                </a:lnTo>
                <a:lnTo>
                  <a:pt x="139000" y="3330"/>
                </a:lnTo>
                <a:lnTo>
                  <a:pt x="140000" y="3131"/>
                </a:lnTo>
                <a:lnTo>
                  <a:pt x="141000" y="2889"/>
                </a:lnTo>
                <a:lnTo>
                  <a:pt x="142000" y="2612"/>
                </a:lnTo>
                <a:lnTo>
                  <a:pt x="143000" y="2312"/>
                </a:lnTo>
                <a:lnTo>
                  <a:pt x="144000" y="2000"/>
                </a:lnTo>
                <a:lnTo>
                  <a:pt x="145000" y="1688"/>
                </a:lnTo>
                <a:lnTo>
                  <a:pt x="146000" y="1388"/>
                </a:lnTo>
                <a:lnTo>
                  <a:pt x="147000" y="1111"/>
                </a:lnTo>
                <a:lnTo>
                  <a:pt x="148000" y="869"/>
                </a:lnTo>
                <a:lnTo>
                  <a:pt x="149000" y="670"/>
                </a:lnTo>
                <a:lnTo>
                  <a:pt x="150000" y="522"/>
                </a:lnTo>
                <a:lnTo>
                  <a:pt x="151000" y="431"/>
                </a:lnTo>
                <a:lnTo>
                  <a:pt x="152000" y="400"/>
                </a:lnTo>
                <a:lnTo>
                  <a:pt x="153000" y="431"/>
                </a:lnTo>
                <a:lnTo>
                  <a:pt x="154000" y="522"/>
                </a:lnTo>
                <a:lnTo>
                  <a:pt x="155000" y="670"/>
                </a:lnTo>
                <a:lnTo>
                  <a:pt x="156000" y="869"/>
                </a:lnTo>
                <a:lnTo>
                  <a:pt x="157000" y="1111"/>
                </a:lnTo>
                <a:lnTo>
                  <a:pt x="158000" y="1388"/>
                </a:lnTo>
                <a:lnTo>
                  <a:pt x="159000" y="1688"/>
                </a:lnTo>
                <a:lnTo>
                  <a:pt x="160000" y="2000"/>
                </a:lnTo>
                <a:lnTo>
                  <a:pt x="161000" y="2312"/>
                </a:lnTo>
                <a:lnTo>
                  <a:pt x="162000" y="2612"/>
                </a:lnTo>
                <a:lnTo>
                  <a:pt x="163000" y="2889"/>
                </a:lnTo>
                <a:lnTo>
                  <a:pt x="164000" y="3131"/>
                </a:lnTo>
                <a:lnTo>
                  <a:pt x="165000" y="3330"/>
                </a:lnTo>
                <a:lnTo>
                  <a:pt x="166000" y="3478"/>
                </a:lnTo>
                <a:lnTo>
                  <a:pt x="167000" y="3569"/>
                </a:lnTo>
                <a:lnTo>
                  <a:pt x="168000" y="3600"/>
                </a:lnTo>
                <a:lnTo>
                  <a:pt x="169000" y="3569"/>
                </a:lnTo>
                <a:lnTo>
                  <a:pt x="170000" y="3478"/>
                </a:lnTo>
                <a:lnTo>
                  <a:pt x="171000" y="3330"/>
                </a:lnTo>
                <a:lnTo>
                  <a:pt x="172000" y="3131"/>
                </a:lnTo>
                <a:lnTo>
                  <a:pt x="173000" y="2889"/>
                </a:lnTo>
                <a:lnTo>
                  <a:pt x="174000" y="2612"/>
                </a:lnTo>
                <a:lnTo>
                  <a:pt x="175000" y="2312"/>
                </a:lnTo>
                <a:lnTo>
                  <a:pt x="176000" y="2000"/>
                </a:lnTo>
                <a:lnTo>
                  <a:pt x="177000" y="1688"/>
                </a:lnTo>
                <a:lnTo>
                  <a:pt x="178000" y="1388"/>
                </a:lnTo>
                <a:lnTo>
                  <a:pt x="179000" y="1111"/>
                </a:lnTo>
                <a:lnTo>
                  <a:pt x="180000" y="869"/>
                </a:lnTo>
                <a:lnTo>
                  <a:pt x="181000" y="670"/>
                </a:lnTo>
                <a:lnTo>
                  <a:pt x="182000" y="522"/>
                </a:lnTo>
                <a:lnTo>
                  <a:pt x="183000" y="431"/>
                </a:lnTo>
                <a:lnTo>
                  <a:pt x="184000" y="400"/>
                </a:lnTo>
                <a:lnTo>
                  <a:pt x="185000" y="431"/>
                </a:lnTo>
                <a:lnTo>
                  <a:pt x="186000" y="522"/>
                </a:lnTo>
                <a:lnTo>
                  <a:pt x="187000" y="670"/>
                </a:lnTo>
                <a:lnTo>
                  <a:pt x="188000" y="869"/>
                </a:lnTo>
                <a:lnTo>
                  <a:pt x="189000" y="1111"/>
                </a:lnTo>
                <a:lnTo>
                  <a:pt x="190000" y="1388"/>
                </a:lnTo>
                <a:lnTo>
                  <a:pt x="191000" y="1688"/>
                </a:lnTo>
                <a:lnTo>
                  <a:pt x="192000" y="2000"/>
                </a:lnTo>
              </a:path>
            </a:pathLst>
          </a:custGeom>
          <a:noFill/>
          <a:ln w="31750">
            <a:solidFill>
              <a:srgbClr val="A8D5C8">
                <a:alpha val="60000"/>
              </a:srgbClr>
            </a:solidFill>
          </a:ln>
        </p:spPr>
      </p:sp>
      <p:sp>
        <p:nvSpPr>
          <p:cNvPr id="10" name="wave-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" y="5222875"/>
            <a:ext cx="12160250" cy="222250"/>
          </a:xfrm>
          <a:custGeom>
            <a:avLst/>
            <a:gdLst/>
            <a:ahLst/>
            <a:cxnLst/>
            <a:rect l="0" t="0" r="r" b="b"/>
            <a:pathLst>
              <a:path w="192000" h="4000">
                <a:moveTo>
                  <a:pt x="0" y="2000"/>
                </a:moveTo>
                <a:lnTo>
                  <a:pt x="1000" y="2312"/>
                </a:lnTo>
                <a:lnTo>
                  <a:pt x="2000" y="2612"/>
                </a:lnTo>
                <a:lnTo>
                  <a:pt x="3000" y="2889"/>
                </a:lnTo>
                <a:lnTo>
                  <a:pt x="4000" y="3131"/>
                </a:lnTo>
                <a:lnTo>
                  <a:pt x="5000" y="3330"/>
                </a:lnTo>
                <a:lnTo>
                  <a:pt x="6000" y="3478"/>
                </a:lnTo>
                <a:lnTo>
                  <a:pt x="7000" y="3569"/>
                </a:lnTo>
                <a:lnTo>
                  <a:pt x="8000" y="3600"/>
                </a:lnTo>
                <a:lnTo>
                  <a:pt x="9000" y="3569"/>
                </a:lnTo>
                <a:lnTo>
                  <a:pt x="10000" y="3478"/>
                </a:lnTo>
                <a:lnTo>
                  <a:pt x="11000" y="3330"/>
                </a:lnTo>
                <a:lnTo>
                  <a:pt x="12000" y="3131"/>
                </a:lnTo>
                <a:lnTo>
                  <a:pt x="13000" y="2889"/>
                </a:lnTo>
                <a:lnTo>
                  <a:pt x="14000" y="2612"/>
                </a:lnTo>
                <a:lnTo>
                  <a:pt x="15000" y="2312"/>
                </a:lnTo>
                <a:lnTo>
                  <a:pt x="16000" y="2000"/>
                </a:lnTo>
                <a:lnTo>
                  <a:pt x="17000" y="1688"/>
                </a:lnTo>
                <a:lnTo>
                  <a:pt x="18000" y="1388"/>
                </a:lnTo>
                <a:lnTo>
                  <a:pt x="19000" y="1111"/>
                </a:lnTo>
                <a:lnTo>
                  <a:pt x="20000" y="869"/>
                </a:lnTo>
                <a:lnTo>
                  <a:pt x="21000" y="670"/>
                </a:lnTo>
                <a:lnTo>
                  <a:pt x="22000" y="522"/>
                </a:lnTo>
                <a:lnTo>
                  <a:pt x="23000" y="431"/>
                </a:lnTo>
                <a:lnTo>
                  <a:pt x="24000" y="400"/>
                </a:lnTo>
                <a:lnTo>
                  <a:pt x="25000" y="431"/>
                </a:lnTo>
                <a:lnTo>
                  <a:pt x="26000" y="522"/>
                </a:lnTo>
                <a:lnTo>
                  <a:pt x="27000" y="670"/>
                </a:lnTo>
                <a:lnTo>
                  <a:pt x="28000" y="869"/>
                </a:lnTo>
                <a:lnTo>
                  <a:pt x="29000" y="1111"/>
                </a:lnTo>
                <a:lnTo>
                  <a:pt x="30000" y="1388"/>
                </a:lnTo>
                <a:lnTo>
                  <a:pt x="31000" y="1688"/>
                </a:lnTo>
                <a:lnTo>
                  <a:pt x="32000" y="2000"/>
                </a:lnTo>
                <a:lnTo>
                  <a:pt x="33000" y="2312"/>
                </a:lnTo>
                <a:lnTo>
                  <a:pt x="34000" y="2612"/>
                </a:lnTo>
                <a:lnTo>
                  <a:pt x="35000" y="2889"/>
                </a:lnTo>
                <a:lnTo>
                  <a:pt x="36000" y="3131"/>
                </a:lnTo>
                <a:lnTo>
                  <a:pt x="37000" y="3330"/>
                </a:lnTo>
                <a:lnTo>
                  <a:pt x="38000" y="3478"/>
                </a:lnTo>
                <a:lnTo>
                  <a:pt x="39000" y="3569"/>
                </a:lnTo>
                <a:lnTo>
                  <a:pt x="40000" y="3600"/>
                </a:lnTo>
                <a:lnTo>
                  <a:pt x="41000" y="3569"/>
                </a:lnTo>
                <a:lnTo>
                  <a:pt x="42000" y="3478"/>
                </a:lnTo>
                <a:lnTo>
                  <a:pt x="43000" y="3330"/>
                </a:lnTo>
                <a:lnTo>
                  <a:pt x="44000" y="3131"/>
                </a:lnTo>
                <a:lnTo>
                  <a:pt x="45000" y="2889"/>
                </a:lnTo>
                <a:lnTo>
                  <a:pt x="46000" y="2612"/>
                </a:lnTo>
                <a:lnTo>
                  <a:pt x="47000" y="2312"/>
                </a:lnTo>
                <a:lnTo>
                  <a:pt x="48000" y="2000"/>
                </a:lnTo>
                <a:lnTo>
                  <a:pt x="49000" y="1688"/>
                </a:lnTo>
                <a:lnTo>
                  <a:pt x="50000" y="1388"/>
                </a:lnTo>
                <a:lnTo>
                  <a:pt x="51000" y="1111"/>
                </a:lnTo>
                <a:lnTo>
                  <a:pt x="52000" y="869"/>
                </a:lnTo>
                <a:lnTo>
                  <a:pt x="53000" y="670"/>
                </a:lnTo>
                <a:lnTo>
                  <a:pt x="54000" y="522"/>
                </a:lnTo>
                <a:lnTo>
                  <a:pt x="55000" y="431"/>
                </a:lnTo>
                <a:lnTo>
                  <a:pt x="56000" y="400"/>
                </a:lnTo>
                <a:lnTo>
                  <a:pt x="57000" y="431"/>
                </a:lnTo>
                <a:lnTo>
                  <a:pt x="58000" y="522"/>
                </a:lnTo>
                <a:lnTo>
                  <a:pt x="59000" y="670"/>
                </a:lnTo>
                <a:lnTo>
                  <a:pt x="60000" y="869"/>
                </a:lnTo>
                <a:lnTo>
                  <a:pt x="61000" y="1111"/>
                </a:lnTo>
                <a:lnTo>
                  <a:pt x="62000" y="1388"/>
                </a:lnTo>
                <a:lnTo>
                  <a:pt x="63000" y="1688"/>
                </a:lnTo>
                <a:lnTo>
                  <a:pt x="64000" y="2000"/>
                </a:lnTo>
                <a:lnTo>
                  <a:pt x="65000" y="2312"/>
                </a:lnTo>
                <a:lnTo>
                  <a:pt x="66000" y="2612"/>
                </a:lnTo>
                <a:lnTo>
                  <a:pt x="67000" y="2889"/>
                </a:lnTo>
                <a:lnTo>
                  <a:pt x="68000" y="3131"/>
                </a:lnTo>
                <a:lnTo>
                  <a:pt x="69000" y="3330"/>
                </a:lnTo>
                <a:lnTo>
                  <a:pt x="70000" y="3478"/>
                </a:lnTo>
                <a:lnTo>
                  <a:pt x="71000" y="3569"/>
                </a:lnTo>
                <a:lnTo>
                  <a:pt x="72000" y="3600"/>
                </a:lnTo>
                <a:lnTo>
                  <a:pt x="73000" y="3569"/>
                </a:lnTo>
                <a:lnTo>
                  <a:pt x="74000" y="3478"/>
                </a:lnTo>
                <a:lnTo>
                  <a:pt x="75000" y="3330"/>
                </a:lnTo>
                <a:lnTo>
                  <a:pt x="76000" y="3131"/>
                </a:lnTo>
                <a:lnTo>
                  <a:pt x="77000" y="2889"/>
                </a:lnTo>
                <a:lnTo>
                  <a:pt x="78000" y="2612"/>
                </a:lnTo>
                <a:lnTo>
                  <a:pt x="79000" y="2312"/>
                </a:lnTo>
                <a:lnTo>
                  <a:pt x="80000" y="2000"/>
                </a:lnTo>
                <a:lnTo>
                  <a:pt x="81000" y="1688"/>
                </a:lnTo>
                <a:lnTo>
                  <a:pt x="82000" y="1388"/>
                </a:lnTo>
                <a:lnTo>
                  <a:pt x="83000" y="1111"/>
                </a:lnTo>
                <a:lnTo>
                  <a:pt x="84000" y="869"/>
                </a:lnTo>
                <a:lnTo>
                  <a:pt x="85000" y="670"/>
                </a:lnTo>
                <a:lnTo>
                  <a:pt x="86000" y="522"/>
                </a:lnTo>
                <a:lnTo>
                  <a:pt x="87000" y="431"/>
                </a:lnTo>
                <a:lnTo>
                  <a:pt x="88000" y="400"/>
                </a:lnTo>
                <a:lnTo>
                  <a:pt x="89000" y="431"/>
                </a:lnTo>
                <a:lnTo>
                  <a:pt x="90000" y="522"/>
                </a:lnTo>
                <a:lnTo>
                  <a:pt x="91000" y="670"/>
                </a:lnTo>
                <a:lnTo>
                  <a:pt x="92000" y="869"/>
                </a:lnTo>
                <a:lnTo>
                  <a:pt x="93000" y="1111"/>
                </a:lnTo>
                <a:lnTo>
                  <a:pt x="94000" y="1388"/>
                </a:lnTo>
                <a:lnTo>
                  <a:pt x="95000" y="1688"/>
                </a:lnTo>
                <a:lnTo>
                  <a:pt x="96000" y="2000"/>
                </a:lnTo>
                <a:lnTo>
                  <a:pt x="97000" y="2312"/>
                </a:lnTo>
                <a:lnTo>
                  <a:pt x="98000" y="2612"/>
                </a:lnTo>
                <a:lnTo>
                  <a:pt x="99000" y="2889"/>
                </a:lnTo>
                <a:lnTo>
                  <a:pt x="100000" y="3131"/>
                </a:lnTo>
                <a:lnTo>
                  <a:pt x="101000" y="3330"/>
                </a:lnTo>
                <a:lnTo>
                  <a:pt x="102000" y="3478"/>
                </a:lnTo>
                <a:lnTo>
                  <a:pt x="103000" y="3569"/>
                </a:lnTo>
                <a:lnTo>
                  <a:pt x="104000" y="3600"/>
                </a:lnTo>
                <a:lnTo>
                  <a:pt x="105000" y="3569"/>
                </a:lnTo>
                <a:lnTo>
                  <a:pt x="106000" y="3478"/>
                </a:lnTo>
                <a:lnTo>
                  <a:pt x="107000" y="3330"/>
                </a:lnTo>
                <a:lnTo>
                  <a:pt x="108000" y="3131"/>
                </a:lnTo>
                <a:lnTo>
                  <a:pt x="109000" y="2889"/>
                </a:lnTo>
                <a:lnTo>
                  <a:pt x="110000" y="2612"/>
                </a:lnTo>
                <a:lnTo>
                  <a:pt x="111000" y="2312"/>
                </a:lnTo>
                <a:lnTo>
                  <a:pt x="112000" y="2000"/>
                </a:lnTo>
                <a:lnTo>
                  <a:pt x="113000" y="1688"/>
                </a:lnTo>
                <a:lnTo>
                  <a:pt x="114000" y="1388"/>
                </a:lnTo>
                <a:lnTo>
                  <a:pt x="115000" y="1111"/>
                </a:lnTo>
                <a:lnTo>
                  <a:pt x="116000" y="869"/>
                </a:lnTo>
                <a:lnTo>
                  <a:pt x="117000" y="670"/>
                </a:lnTo>
                <a:lnTo>
                  <a:pt x="118000" y="522"/>
                </a:lnTo>
                <a:lnTo>
                  <a:pt x="119000" y="431"/>
                </a:lnTo>
                <a:lnTo>
                  <a:pt x="120000" y="400"/>
                </a:lnTo>
                <a:lnTo>
                  <a:pt x="121000" y="431"/>
                </a:lnTo>
                <a:lnTo>
                  <a:pt x="122000" y="522"/>
                </a:lnTo>
                <a:lnTo>
                  <a:pt x="123000" y="670"/>
                </a:lnTo>
                <a:lnTo>
                  <a:pt x="124000" y="869"/>
                </a:lnTo>
                <a:lnTo>
                  <a:pt x="125000" y="1111"/>
                </a:lnTo>
                <a:lnTo>
                  <a:pt x="126000" y="1388"/>
                </a:lnTo>
                <a:lnTo>
                  <a:pt x="127000" y="1688"/>
                </a:lnTo>
                <a:lnTo>
                  <a:pt x="128000" y="2000"/>
                </a:lnTo>
                <a:lnTo>
                  <a:pt x="129000" y="2312"/>
                </a:lnTo>
                <a:lnTo>
                  <a:pt x="130000" y="2612"/>
                </a:lnTo>
                <a:lnTo>
                  <a:pt x="131000" y="2889"/>
                </a:lnTo>
                <a:lnTo>
                  <a:pt x="132000" y="3131"/>
                </a:lnTo>
                <a:lnTo>
                  <a:pt x="133000" y="3330"/>
                </a:lnTo>
                <a:lnTo>
                  <a:pt x="134000" y="3478"/>
                </a:lnTo>
                <a:lnTo>
                  <a:pt x="135000" y="3569"/>
                </a:lnTo>
                <a:lnTo>
                  <a:pt x="136000" y="3600"/>
                </a:lnTo>
                <a:lnTo>
                  <a:pt x="137000" y="3569"/>
                </a:lnTo>
                <a:lnTo>
                  <a:pt x="138000" y="3478"/>
                </a:lnTo>
                <a:lnTo>
                  <a:pt x="139000" y="3330"/>
                </a:lnTo>
                <a:lnTo>
                  <a:pt x="140000" y="3131"/>
                </a:lnTo>
                <a:lnTo>
                  <a:pt x="141000" y="2889"/>
                </a:lnTo>
                <a:lnTo>
                  <a:pt x="142000" y="2612"/>
                </a:lnTo>
                <a:lnTo>
                  <a:pt x="143000" y="2312"/>
                </a:lnTo>
                <a:lnTo>
                  <a:pt x="144000" y="2000"/>
                </a:lnTo>
                <a:lnTo>
                  <a:pt x="145000" y="1688"/>
                </a:lnTo>
                <a:lnTo>
                  <a:pt x="146000" y="1388"/>
                </a:lnTo>
                <a:lnTo>
                  <a:pt x="147000" y="1111"/>
                </a:lnTo>
                <a:lnTo>
                  <a:pt x="148000" y="869"/>
                </a:lnTo>
                <a:lnTo>
                  <a:pt x="149000" y="670"/>
                </a:lnTo>
                <a:lnTo>
                  <a:pt x="150000" y="522"/>
                </a:lnTo>
                <a:lnTo>
                  <a:pt x="151000" y="431"/>
                </a:lnTo>
                <a:lnTo>
                  <a:pt x="152000" y="400"/>
                </a:lnTo>
                <a:lnTo>
                  <a:pt x="153000" y="431"/>
                </a:lnTo>
                <a:lnTo>
                  <a:pt x="154000" y="522"/>
                </a:lnTo>
                <a:lnTo>
                  <a:pt x="155000" y="670"/>
                </a:lnTo>
                <a:lnTo>
                  <a:pt x="156000" y="869"/>
                </a:lnTo>
                <a:lnTo>
                  <a:pt x="157000" y="1111"/>
                </a:lnTo>
                <a:lnTo>
                  <a:pt x="158000" y="1388"/>
                </a:lnTo>
                <a:lnTo>
                  <a:pt x="159000" y="1688"/>
                </a:lnTo>
                <a:lnTo>
                  <a:pt x="160000" y="2000"/>
                </a:lnTo>
                <a:lnTo>
                  <a:pt x="161000" y="2312"/>
                </a:lnTo>
                <a:lnTo>
                  <a:pt x="162000" y="2612"/>
                </a:lnTo>
                <a:lnTo>
                  <a:pt x="163000" y="2889"/>
                </a:lnTo>
                <a:lnTo>
                  <a:pt x="164000" y="3131"/>
                </a:lnTo>
                <a:lnTo>
                  <a:pt x="165000" y="3330"/>
                </a:lnTo>
                <a:lnTo>
                  <a:pt x="166000" y="3478"/>
                </a:lnTo>
                <a:lnTo>
                  <a:pt x="167000" y="3569"/>
                </a:lnTo>
                <a:lnTo>
                  <a:pt x="168000" y="3600"/>
                </a:lnTo>
                <a:lnTo>
                  <a:pt x="169000" y="3569"/>
                </a:lnTo>
                <a:lnTo>
                  <a:pt x="170000" y="3478"/>
                </a:lnTo>
                <a:lnTo>
                  <a:pt x="171000" y="3330"/>
                </a:lnTo>
                <a:lnTo>
                  <a:pt x="172000" y="3131"/>
                </a:lnTo>
                <a:lnTo>
                  <a:pt x="173000" y="2889"/>
                </a:lnTo>
                <a:lnTo>
                  <a:pt x="174000" y="2612"/>
                </a:lnTo>
                <a:lnTo>
                  <a:pt x="175000" y="2312"/>
                </a:lnTo>
                <a:lnTo>
                  <a:pt x="176000" y="2000"/>
                </a:lnTo>
                <a:lnTo>
                  <a:pt x="177000" y="1688"/>
                </a:lnTo>
                <a:lnTo>
                  <a:pt x="178000" y="1388"/>
                </a:lnTo>
                <a:lnTo>
                  <a:pt x="179000" y="1111"/>
                </a:lnTo>
                <a:lnTo>
                  <a:pt x="180000" y="869"/>
                </a:lnTo>
                <a:lnTo>
                  <a:pt x="181000" y="670"/>
                </a:lnTo>
                <a:lnTo>
                  <a:pt x="182000" y="522"/>
                </a:lnTo>
                <a:lnTo>
                  <a:pt x="183000" y="431"/>
                </a:lnTo>
                <a:lnTo>
                  <a:pt x="184000" y="400"/>
                </a:lnTo>
                <a:lnTo>
                  <a:pt x="185000" y="431"/>
                </a:lnTo>
                <a:lnTo>
                  <a:pt x="186000" y="522"/>
                </a:lnTo>
                <a:lnTo>
                  <a:pt x="187000" y="670"/>
                </a:lnTo>
                <a:lnTo>
                  <a:pt x="188000" y="869"/>
                </a:lnTo>
                <a:lnTo>
                  <a:pt x="189000" y="1111"/>
                </a:lnTo>
                <a:lnTo>
                  <a:pt x="190000" y="1388"/>
                </a:lnTo>
                <a:lnTo>
                  <a:pt x="191000" y="1688"/>
                </a:lnTo>
                <a:lnTo>
                  <a:pt x="192000" y="2000"/>
                </a:lnTo>
              </a:path>
            </a:pathLst>
          </a:custGeom>
          <a:noFill/>
          <a:ln w="31750">
            <a:solidFill>
              <a:srgbClr val="A8D5C8">
                <a:alpha val="30000"/>
              </a:srgbClr>
            </a:solidFill>
          </a:ln>
        </p:spPr>
      </p:sp>
      <p:sp>
        <p:nvSpPr>
          <p:cNvPr id="11" name="accent-bar"/>
          <p:cNvSpPr/>
          <p:nvPr/>
        </p:nvSpPr>
        <p:spPr>
          <a:xfrm>
            <a:off x="762000" y="1333500"/>
            <a:ext cx="762000" cy="889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762000" y="1643316"/>
            <a:ext cx="8778875" cy="174123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7431"/>
              </a:lnSpc>
              <a:buNone/>
            </a:pPr>
            <a:r>
              <a:rPr lang="en-US" sz="6750" dirty="0">
                <a:solidFill>
                  <a:srgbClr val="F7F1E5"/>
                </a:solidFill>
                <a:latin typeface="Young Serif"/>
                <a:ea typeface="Young Serif"/>
                <a:cs typeface="Young Serif"/>
              </a:rPr>
              <a:t>Tidewick Café —</a:t>
            </a:r>
            <a:endParaRPr lang="en-US" sz="6750" dirty="0"/>
          </a:p>
          <a:p>
            <a:pPr algn="l">
              <a:lnSpc>
                <a:spcPts val="7431"/>
              </a:lnSpc>
              <a:buNone/>
            </a:pPr>
            <a:r>
              <a:rPr lang="en-US" sz="6750" dirty="0">
                <a:solidFill>
                  <a:srgbClr val="F7F1E5"/>
                </a:solidFill>
                <a:latin typeface="Young Serif"/>
                <a:ea typeface="Young Serif"/>
                <a:cs typeface="Young Serif"/>
              </a:rPr>
              <a:t>2025 in Review</a:t>
            </a:r>
            <a:endParaRPr lang="en-US" sz="6750" dirty="0"/>
          </a:p>
        </p:txBody>
      </p:sp>
      <p:sp>
        <p:nvSpPr>
          <p:cNvPr id="13" name="subtitle"/>
          <p:cNvSpPr txBox="1"/>
          <p:nvPr/>
        </p:nvSpPr>
        <p:spPr>
          <a:xfrm>
            <a:off x="762000" y="3545205"/>
            <a:ext cx="6500812" cy="5060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55"/>
              </a:lnSpc>
              <a:buNone/>
            </a:pPr>
            <a:r>
              <a:rPr lang="en-US" sz="3000" dirty="0">
                <a:solidFill>
                  <a:srgbClr val="A8D5C8"/>
                </a:solidFill>
                <a:latin typeface="Rubik"/>
                <a:ea typeface="Rubik"/>
                <a:cs typeface="Rubik"/>
              </a:rPr>
              <a:t>Staff meeting · January 2026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y-the-numbers"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number"/>
          <p:cNvSpPr txBox="1"/>
          <p:nvPr/>
        </p:nvSpPr>
        <p:spPr>
          <a:xfrm>
            <a:off x="10833100" y="5899004"/>
            <a:ext cx="631825" cy="2223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B5A6B"/>
                </a:solidFill>
                <a:latin typeface="Rubik"/>
                <a:ea typeface="Rubik"/>
                <a:cs typeface="Rubik"/>
              </a:rPr>
              <a:t>2 / 6</a:t>
            </a:r>
            <a:endParaRPr lang="en-US" sz="1350" dirty="0"/>
          </a:p>
        </p:txBody>
      </p:sp>
      <p:sp>
        <p:nvSpPr>
          <p:cNvPr id="3" name="footer-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5842000"/>
            <a:ext cx="10668000" cy="19050"/>
          </a:xfrm>
          <a:prstGeom prst="rect">
            <a:avLst/>
          </a:prstGeom>
          <a:solidFill>
            <a:srgbClr val="A8D5C8"/>
          </a:solidFill>
          <a:ln>
            <a:noFill/>
          </a:ln>
        </p:spPr>
      </p:sp>
      <p:sp>
        <p:nvSpPr>
          <p:cNvPr id="4" name="footer-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6032500"/>
            <a:ext cx="88900" cy="8890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</p:sp>
      <p:sp>
        <p:nvSpPr>
          <p:cNvPr id="5" name="footer"/>
          <p:cNvSpPr txBox="1"/>
          <p:nvPr/>
        </p:nvSpPr>
        <p:spPr>
          <a:xfrm>
            <a:off x="927100" y="5916517"/>
            <a:ext cx="1389062" cy="1858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50"/>
              </a:lnSpc>
              <a:buNone/>
            </a:pPr>
            <a:r>
              <a:rPr lang="en-US" sz="1350" dirty="0">
                <a:solidFill>
                  <a:srgbClr val="14263B"/>
                </a:solidFill>
                <a:latin typeface="Rubik"/>
                <a:ea typeface="Rubik"/>
                <a:cs typeface="Rubik"/>
              </a:rPr>
              <a:t>Tidewick Café</a:t>
            </a:r>
            <a:endParaRPr lang="en-US" sz="1350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762000" y="850011"/>
            <a:ext cx="10693400" cy="83908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954"/>
              </a:lnSpc>
              <a:buNone/>
            </a:pPr>
            <a:r>
              <a:rPr lang="en-US" sz="4500" dirty="0">
                <a:solidFill>
                  <a:srgbClr val="14263B"/>
                </a:solidFill>
                <a:latin typeface="Young Serif"/>
                <a:ea typeface="Young Serif"/>
                <a:cs typeface="Young Serif"/>
              </a:rPr>
              <a:t>By the numbers</a:t>
            </a:r>
            <a:endParaRPr lang="en-US" sz="4500" dirty="0"/>
          </a:p>
        </p:txBody>
      </p:sp>
      <p:sp>
        <p:nvSpPr>
          <p:cNvPr id="7" name="accent-bar"/>
          <p:cNvSpPr/>
          <p:nvPr/>
        </p:nvSpPr>
        <p:spPr>
          <a:xfrm>
            <a:off x="762000" y="635000"/>
            <a:ext cx="508000" cy="635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8" name="card-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4700" y="2044700"/>
            <a:ext cx="3276600" cy="3403600"/>
          </a:xfrm>
          <a:prstGeom prst="roundRect">
            <a:avLst>
              <a:gd name="adj" fmla="val 5233"/>
            </a:avLst>
          </a:prstGeom>
          <a:solidFill>
            <a:srgbClr val="FFFDF8"/>
          </a:solidFill>
          <a:ln w="12700">
            <a:solidFill>
              <a:srgbClr val="E8DCC4"/>
            </a:solidFill>
          </a:ln>
        </p:spPr>
      </p:sp>
      <p:sp>
        <p:nvSpPr>
          <p:cNvPr id="9" name="card-band-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7600" y="2387600"/>
            <a:ext cx="762000" cy="889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</p:spPr>
      </p:sp>
      <p:sp>
        <p:nvSpPr>
          <p:cNvPr id="10" name="stat-1"/>
          <p:cNvSpPr txBox="1"/>
          <p:nvPr/>
        </p:nvSpPr>
        <p:spPr>
          <a:xfrm>
            <a:off x="1117600" y="2972213"/>
            <a:ext cx="3914775" cy="71078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6731"/>
              </a:lnSpc>
              <a:buNone/>
            </a:pPr>
            <a:r>
              <a:rPr lang="en-US" sz="6750" dirty="0">
                <a:solidFill>
                  <a:srgbClr val="14263B"/>
                </a:solidFill>
                <a:latin typeface="Young Serif"/>
                <a:ea typeface="Young Serif"/>
                <a:cs typeface="Young Serif"/>
              </a:rPr>
              <a:t>35,280</a:t>
            </a:r>
            <a:endParaRPr lang="en-US" sz="6750" dirty="0"/>
          </a:p>
        </p:txBody>
      </p:sp>
      <p:sp>
        <p:nvSpPr>
          <p:cNvPr id="11" name="stat-label-1"/>
          <p:cNvSpPr txBox="1"/>
          <p:nvPr/>
        </p:nvSpPr>
        <p:spPr>
          <a:xfrm>
            <a:off x="1117600" y="4318000"/>
            <a:ext cx="1860550" cy="355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20"/>
              </a:lnSpc>
              <a:buNone/>
            </a:pPr>
            <a:r>
              <a:rPr lang="en-US" sz="2000" dirty="0">
                <a:solidFill>
                  <a:srgbClr val="4B5A6B"/>
                </a:solidFill>
                <a:latin typeface="Rubik"/>
                <a:ea typeface="Rubik"/>
                <a:cs typeface="Rubik"/>
              </a:rPr>
              <a:t>cups poured</a:t>
            </a:r>
            <a:endParaRPr lang="en-US" sz="2000" dirty="0"/>
          </a:p>
        </p:txBody>
      </p:sp>
      <p:sp>
        <p:nvSpPr>
          <p:cNvPr id="12" name="card-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57700" y="2044700"/>
            <a:ext cx="3276600" cy="3403600"/>
          </a:xfrm>
          <a:prstGeom prst="roundRect">
            <a:avLst>
              <a:gd name="adj" fmla="val 5233"/>
            </a:avLst>
          </a:prstGeom>
          <a:solidFill>
            <a:srgbClr val="FFFDF8"/>
          </a:solidFill>
          <a:ln w="12700">
            <a:solidFill>
              <a:srgbClr val="E8DCC4"/>
            </a:solidFill>
          </a:ln>
        </p:spPr>
      </p:sp>
      <p:sp>
        <p:nvSpPr>
          <p:cNvPr id="13" name="card-band-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0600" y="2387600"/>
            <a:ext cx="762000" cy="88900"/>
          </a:xfrm>
          <a:prstGeom prst="roundRect">
            <a:avLst>
              <a:gd name="adj" fmla="val 50000"/>
            </a:avLst>
          </a:prstGeom>
          <a:solidFill>
            <a:srgbClr val="A8D5C8"/>
          </a:solidFill>
          <a:ln>
            <a:noFill/>
          </a:ln>
        </p:spPr>
      </p:sp>
      <p:sp>
        <p:nvSpPr>
          <p:cNvPr id="14" name="stat-2"/>
          <p:cNvSpPr txBox="1"/>
          <p:nvPr/>
        </p:nvSpPr>
        <p:spPr>
          <a:xfrm>
            <a:off x="4800600" y="2797384"/>
            <a:ext cx="2568575" cy="70781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6731"/>
              </a:lnSpc>
              <a:buNone/>
            </a:pPr>
            <a:r>
              <a:rPr lang="en-US" sz="6750" dirty="0">
                <a:solidFill>
                  <a:srgbClr val="14263B"/>
                </a:solidFill>
                <a:latin typeface="Young Serif"/>
                <a:ea typeface="Young Serif"/>
                <a:cs typeface="Young Serif"/>
              </a:rPr>
              <a:t>312</a:t>
            </a:r>
            <a:endParaRPr lang="en-US" sz="6750" dirty="0"/>
          </a:p>
        </p:txBody>
      </p:sp>
      <p:sp>
        <p:nvSpPr>
          <p:cNvPr id="15" name="stat-label-2"/>
          <p:cNvSpPr txBox="1"/>
          <p:nvPr/>
        </p:nvSpPr>
        <p:spPr>
          <a:xfrm>
            <a:off x="4800600" y="4325620"/>
            <a:ext cx="3167062" cy="360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20"/>
              </a:lnSpc>
              <a:buNone/>
            </a:pPr>
            <a:r>
              <a:rPr lang="en-US" sz="2000" dirty="0">
                <a:solidFill>
                  <a:srgbClr val="4B5A6B"/>
                </a:solidFill>
                <a:latin typeface="Rubik"/>
                <a:ea typeface="Rubik"/>
                <a:cs typeface="Rubik"/>
              </a:rPr>
              <a:t>open-mic performers</a:t>
            </a:r>
            <a:endParaRPr lang="en-US" sz="2000" dirty="0"/>
          </a:p>
        </p:txBody>
      </p:sp>
      <p:sp>
        <p:nvSpPr>
          <p:cNvPr id="16" name="card-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40700" y="2044700"/>
            <a:ext cx="3276600" cy="3403600"/>
          </a:xfrm>
          <a:prstGeom prst="roundRect">
            <a:avLst>
              <a:gd name="adj" fmla="val 5233"/>
            </a:avLst>
          </a:prstGeom>
          <a:solidFill>
            <a:srgbClr val="FFFDF8"/>
          </a:solidFill>
          <a:ln w="12700">
            <a:solidFill>
              <a:srgbClr val="E8DCC4"/>
            </a:solidFill>
          </a:ln>
        </p:spPr>
      </p:sp>
      <p:sp>
        <p:nvSpPr>
          <p:cNvPr id="17" name="card-band-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83600" y="2387600"/>
            <a:ext cx="762000" cy="88900"/>
          </a:xfrm>
          <a:prstGeom prst="roundRect">
            <a:avLst>
              <a:gd name="adj" fmla="val 50000"/>
            </a:avLst>
          </a:prstGeom>
          <a:solidFill>
            <a:srgbClr val="E2725B"/>
          </a:solidFill>
          <a:ln>
            <a:noFill/>
          </a:ln>
        </p:spPr>
      </p:sp>
      <p:sp>
        <p:nvSpPr>
          <p:cNvPr id="18" name="stat-3"/>
          <p:cNvSpPr txBox="1"/>
          <p:nvPr/>
        </p:nvSpPr>
        <p:spPr>
          <a:xfrm>
            <a:off x="8483600" y="2972213"/>
            <a:ext cx="2511425" cy="71713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6731"/>
              </a:lnSpc>
              <a:buNone/>
            </a:pPr>
            <a:r>
              <a:rPr lang="en-US" sz="6750" dirty="0">
                <a:solidFill>
                  <a:srgbClr val="14263B"/>
                </a:solidFill>
                <a:latin typeface="Young Serif"/>
                <a:ea typeface="Young Serif"/>
                <a:cs typeface="Young Serif"/>
              </a:rPr>
              <a:t>4.8</a:t>
            </a:r>
            <a:endParaRPr lang="en-US" sz="6750" dirty="0"/>
          </a:p>
        </p:txBody>
      </p:sp>
      <p:sp>
        <p:nvSpPr>
          <p:cNvPr id="19" name="stat-label-3"/>
          <p:cNvSpPr txBox="1"/>
          <p:nvPr/>
        </p:nvSpPr>
        <p:spPr>
          <a:xfrm>
            <a:off x="8483600" y="4320032"/>
            <a:ext cx="2230438" cy="3662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20"/>
              </a:lnSpc>
              <a:buNone/>
            </a:pPr>
            <a:r>
              <a:rPr lang="en-US" sz="2000" dirty="0">
                <a:solidFill>
                  <a:srgbClr val="4B5A6B"/>
                </a:solidFill>
                <a:latin typeface="Rubik"/>
                <a:ea typeface="Rubik"/>
                <a:cs typeface="Rubik"/>
              </a:rPr>
              <a:t>average review</a:t>
            </a:r>
            <a:endParaRPr lang="en-US" sz="2000" dirty="0"/>
          </a:p>
        </p:txBody>
      </p:sp>
      <p:sp>
        <p:nvSpPr>
          <p:cNvPr id="20" name="stat-star" descr="star (4.8 out of 5 stars)"/>
          <p:cNvSpPr/>
          <p:nvPr/>
        </p:nvSpPr>
        <p:spPr>
          <a:xfrm>
            <a:off x="10033000" y="3048000"/>
            <a:ext cx="762000" cy="762000"/>
          </a:xfrm>
          <a:custGeom>
            <a:avLst/>
            <a:gdLst/>
            <a:ahLst/>
            <a:cxnLst/>
            <a:rect l="0" t="0" r="r" b="b"/>
            <a:pathLst>
              <a:path w="10000" h="10000">
                <a:moveTo>
                  <a:pt x="5000" y="0"/>
                </a:moveTo>
                <a:lnTo>
                  <a:pt x="6469" y="2977"/>
                </a:lnTo>
                <a:lnTo>
                  <a:pt x="9755" y="3455"/>
                </a:lnTo>
                <a:lnTo>
                  <a:pt x="7378" y="5773"/>
                </a:lnTo>
                <a:lnTo>
                  <a:pt x="7939" y="9045"/>
                </a:lnTo>
                <a:lnTo>
                  <a:pt x="5000" y="7500"/>
                </a:lnTo>
                <a:lnTo>
                  <a:pt x="2061" y="9045"/>
                </a:lnTo>
                <a:lnTo>
                  <a:pt x="2622" y="5773"/>
                </a:lnTo>
                <a:lnTo>
                  <a:pt x="245" y="3455"/>
                </a:lnTo>
                <a:lnTo>
                  <a:pt x="3531" y="2977"/>
                </a:lnTo>
                <a:lnTo>
                  <a:pt x="5000" y="0"/>
                </a:lnTo>
                <a:close/>
              </a:path>
            </a:pathLst>
          </a:custGeom>
          <a:solidFill>
            <a:srgbClr val="F2A541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ups-by-quarter"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number"/>
          <p:cNvSpPr txBox="1"/>
          <p:nvPr/>
        </p:nvSpPr>
        <p:spPr>
          <a:xfrm>
            <a:off x="10833100" y="5899004"/>
            <a:ext cx="631825" cy="2223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B5A6B"/>
                </a:solidFill>
                <a:latin typeface="Rubik"/>
                <a:ea typeface="Rubik"/>
                <a:cs typeface="Rubik"/>
              </a:rPr>
              <a:t>3 / 6</a:t>
            </a:r>
            <a:endParaRPr lang="en-US" sz="1350" dirty="0"/>
          </a:p>
        </p:txBody>
      </p:sp>
      <p:sp>
        <p:nvSpPr>
          <p:cNvPr id="3" name="footer-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5842000"/>
            <a:ext cx="10668000" cy="19050"/>
          </a:xfrm>
          <a:prstGeom prst="rect">
            <a:avLst/>
          </a:prstGeom>
          <a:solidFill>
            <a:srgbClr val="A8D5C8"/>
          </a:solidFill>
          <a:ln>
            <a:noFill/>
          </a:ln>
        </p:spPr>
      </p:sp>
      <p:sp>
        <p:nvSpPr>
          <p:cNvPr id="4" name="footer-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6032500"/>
            <a:ext cx="88900" cy="8890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</p:sp>
      <p:sp>
        <p:nvSpPr>
          <p:cNvPr id="5" name="footer"/>
          <p:cNvSpPr txBox="1"/>
          <p:nvPr/>
        </p:nvSpPr>
        <p:spPr>
          <a:xfrm>
            <a:off x="927100" y="5916517"/>
            <a:ext cx="1389062" cy="1858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50"/>
              </a:lnSpc>
              <a:buNone/>
            </a:pPr>
            <a:r>
              <a:rPr lang="en-US" sz="1350" dirty="0">
                <a:solidFill>
                  <a:srgbClr val="14263B"/>
                </a:solidFill>
                <a:latin typeface="Rubik"/>
                <a:ea typeface="Rubik"/>
                <a:cs typeface="Rubik"/>
              </a:rPr>
              <a:t>Tidewick Café</a:t>
            </a:r>
            <a:endParaRPr lang="en-US" sz="1350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762000" y="850011"/>
            <a:ext cx="10693400" cy="83908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954"/>
              </a:lnSpc>
              <a:buNone/>
            </a:pPr>
            <a:r>
              <a:rPr lang="en-US" sz="4500" dirty="0">
                <a:solidFill>
                  <a:srgbClr val="14263B"/>
                </a:solidFill>
                <a:latin typeface="Young Serif"/>
                <a:ea typeface="Young Serif"/>
                <a:cs typeface="Young Serif"/>
              </a:rPr>
              <a:t>Cups by quarter</a:t>
            </a:r>
            <a:endParaRPr lang="en-US" sz="4500" dirty="0"/>
          </a:p>
        </p:txBody>
      </p:sp>
      <p:sp>
        <p:nvSpPr>
          <p:cNvPr id="7" name="accent-bar"/>
          <p:cNvSpPr/>
          <p:nvPr/>
        </p:nvSpPr>
        <p:spPr>
          <a:xfrm>
            <a:off x="762000" y="635000"/>
            <a:ext cx="508000" cy="635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graphicFrame>
        <p:nvGraphicFramePr>
          <p:cNvPr id="8" name="cups-chart" descr="Bar chart of cups poured per quarter in 2025: Q1 8,560; Q2 8,830; Q3 8,990; Q4 8,900."/>
          <p:cNvGraphicFramePr>
            <a:graphicFrameLocks noGrp="1"/>
          </p:cNvGraphicFramePr>
          <p:nvPr/>
        </p:nvGraphicFramePr>
        <p:xfrm>
          <a:off x="762000" y="1778000"/>
          <a:ext cx="10668000" cy="3810000"/>
        </p:xfrm>
        <a:graphic>
          <a:graphicData uri="http://schemas.openxmlformats.org/drawingml/2006/chart">
            <c:chart xmlns:c="http://schemas.openxmlformats.org/drawingml/2006/chart" r:id="rIdChart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-worked"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number"/>
          <p:cNvSpPr txBox="1"/>
          <p:nvPr/>
        </p:nvSpPr>
        <p:spPr>
          <a:xfrm>
            <a:off x="10833100" y="5899004"/>
            <a:ext cx="638175" cy="2223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B5A6B"/>
                </a:solidFill>
                <a:latin typeface="Rubik"/>
                <a:ea typeface="Rubik"/>
                <a:cs typeface="Rubik"/>
              </a:rPr>
              <a:t>4 / 6</a:t>
            </a:r>
            <a:endParaRPr lang="en-US" sz="1350" dirty="0"/>
          </a:p>
        </p:txBody>
      </p:sp>
      <p:sp>
        <p:nvSpPr>
          <p:cNvPr id="3" name="footer-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5842000"/>
            <a:ext cx="10668000" cy="19050"/>
          </a:xfrm>
          <a:prstGeom prst="rect">
            <a:avLst/>
          </a:prstGeom>
          <a:solidFill>
            <a:srgbClr val="A8D5C8"/>
          </a:solidFill>
          <a:ln>
            <a:noFill/>
          </a:ln>
        </p:spPr>
      </p:sp>
      <p:sp>
        <p:nvSpPr>
          <p:cNvPr id="4" name="footer-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6032500"/>
            <a:ext cx="88900" cy="8890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</p:sp>
      <p:sp>
        <p:nvSpPr>
          <p:cNvPr id="5" name="footer"/>
          <p:cNvSpPr txBox="1"/>
          <p:nvPr/>
        </p:nvSpPr>
        <p:spPr>
          <a:xfrm>
            <a:off x="927100" y="5916517"/>
            <a:ext cx="1389062" cy="1858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50"/>
              </a:lnSpc>
              <a:buNone/>
            </a:pPr>
            <a:r>
              <a:rPr lang="en-US" sz="1350" dirty="0">
                <a:solidFill>
                  <a:srgbClr val="14263B"/>
                </a:solidFill>
                <a:latin typeface="Rubik"/>
                <a:ea typeface="Rubik"/>
                <a:cs typeface="Rubik"/>
              </a:rPr>
              <a:t>Tidewick Café</a:t>
            </a:r>
            <a:endParaRPr lang="en-US" sz="1350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762000" y="850011"/>
            <a:ext cx="10693400" cy="66128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954"/>
              </a:lnSpc>
              <a:buNone/>
            </a:pPr>
            <a:r>
              <a:rPr lang="en-US" sz="4500" dirty="0">
                <a:solidFill>
                  <a:srgbClr val="14263B"/>
                </a:solidFill>
                <a:latin typeface="Young Serif"/>
                <a:ea typeface="Young Serif"/>
                <a:cs typeface="Young Serif"/>
              </a:rPr>
              <a:t>What worked</a:t>
            </a:r>
            <a:endParaRPr lang="en-US" sz="4500" dirty="0"/>
          </a:p>
        </p:txBody>
      </p:sp>
      <p:sp>
        <p:nvSpPr>
          <p:cNvPr id="7" name="accent-bar"/>
          <p:cNvSpPr/>
          <p:nvPr/>
        </p:nvSpPr>
        <p:spPr>
          <a:xfrm>
            <a:off x="762000" y="635000"/>
            <a:ext cx="508000" cy="635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8" name="body"/>
          <p:cNvSpPr txBox="1"/>
          <p:nvPr/>
        </p:nvSpPr>
        <p:spPr>
          <a:xfrm>
            <a:off x="762000" y="2029143"/>
            <a:ext cx="7747000" cy="358425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marL="533400" indent="-533400" lvl="0">
              <a:lnSpc>
                <a:spcPts val="3600"/>
              </a:lnSpc>
              <a:spcBef>
                <a:spcPts val="0"/>
              </a:spcBef>
              <a:spcAft>
                <a:spcPts val="2200"/>
              </a:spcAft>
              <a:buFont typeface="Arial"/>
              <a:buChar char="•"/>
            </a:pPr>
            <a:r>
              <a:rPr lang="en-US" sz="3000" dirty="0">
                <a:solidFill>
                  <a:srgbClr val="14263B"/>
                </a:solidFill>
                <a:latin typeface="Rubik"/>
                <a:ea typeface="Rubik"/>
                <a:cs typeface="Rubik"/>
              </a:rPr>
              <a:t>Thursday open mics doubled evening sales</a:t>
            </a:r>
            <a:endParaRPr lang="en-US" sz="3000" dirty="0"/>
          </a:p>
          <a:p>
            <a:pPr algn="l" marL="533400" indent="-533400" lvl="0">
              <a:lnSpc>
                <a:spcPts val="3600"/>
              </a:lnSpc>
              <a:spcBef>
                <a:spcPts val="0"/>
              </a:spcBef>
              <a:spcAft>
                <a:spcPts val="2200"/>
              </a:spcAft>
              <a:buFont typeface="Arial"/>
              <a:buChar char="•"/>
            </a:pPr>
            <a:r>
              <a:rPr lang="en-US" sz="3000" dirty="0">
                <a:solidFill>
                  <a:srgbClr val="14263B"/>
                </a:solidFill>
                <a:latin typeface="Rubik"/>
                <a:ea typeface="Rubik"/>
                <a:cs typeface="Rubik"/>
              </a:rPr>
              <a:t>Cold brew on tap from April to September</a:t>
            </a:r>
            <a:endParaRPr lang="en-US" sz="3000" dirty="0"/>
          </a:p>
          <a:p>
            <a:pPr algn="l" marL="533400" indent="-533400" lvl="0">
              <a:lnSpc>
                <a:spcPts val="3600"/>
              </a:lnSpc>
              <a:spcBef>
                <a:spcPts val="0"/>
              </a:spcBef>
              <a:spcAft>
                <a:spcPts val="2200"/>
              </a:spcAft>
              <a:buFont typeface="Arial"/>
              <a:buChar char="•"/>
            </a:pPr>
            <a:r>
              <a:rPr lang="en-US" sz="3000" dirty="0">
                <a:solidFill>
                  <a:srgbClr val="14263B"/>
                </a:solidFill>
                <a:latin typeface="Rubik"/>
                <a:ea typeface="Rubik"/>
                <a:cs typeface="Rubik"/>
              </a:rPr>
              <a:t>A pre-order pickup shelf shortened morning queues</a:t>
            </a:r>
            <a:endParaRPr lang="en-US" sz="3000" dirty="0"/>
          </a:p>
        </p:txBody>
      </p:sp>
      <p:sp>
        <p:nvSpPr>
          <p:cNvPr id="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0" y="812800"/>
            <a:ext cx="2286000" cy="4775200"/>
          </a:xfrm>
          <a:prstGeom prst="roundRect">
            <a:avLst>
              <a:gd name="adj" fmla="val 8889"/>
            </a:avLst>
          </a:prstGeom>
          <a:solidFill>
            <a:srgbClr val="A8D5C8"/>
          </a:solidFill>
          <a:ln>
            <a:noFill/>
          </a:ln>
        </p:spPr>
      </p:sp>
      <p:sp>
        <p:nvSpPr>
          <p:cNvPr id="10" name="panel-year"/>
          <p:cNvSpPr txBox="1"/>
          <p:nvPr/>
        </p:nvSpPr>
        <p:spPr>
          <a:xfrm>
            <a:off x="9344025" y="2835656"/>
            <a:ext cx="3171825" cy="70446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6731"/>
              </a:lnSpc>
              <a:buNone/>
            </a:pPr>
            <a:r>
              <a:rPr lang="en-US" sz="6750" dirty="0">
                <a:solidFill>
                  <a:srgbClr val="14263B"/>
                </a:solidFill>
                <a:latin typeface="Young Serif"/>
                <a:ea typeface="Young Serif"/>
                <a:cs typeface="Young Serif"/>
              </a:rPr>
              <a:t>2025</a:t>
            </a:r>
            <a:endParaRPr lang="en-US" sz="6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2026-priorities"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number"/>
          <p:cNvSpPr txBox="1"/>
          <p:nvPr/>
        </p:nvSpPr>
        <p:spPr>
          <a:xfrm>
            <a:off x="10833100" y="5899004"/>
            <a:ext cx="631825" cy="2223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B5A6B"/>
                </a:solidFill>
                <a:latin typeface="Rubik"/>
                <a:ea typeface="Rubik"/>
                <a:cs typeface="Rubik"/>
              </a:rPr>
              <a:t>5 / 6</a:t>
            </a:r>
            <a:endParaRPr lang="en-US" sz="1350" dirty="0"/>
          </a:p>
        </p:txBody>
      </p:sp>
      <p:sp>
        <p:nvSpPr>
          <p:cNvPr id="3" name="footer-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5842000"/>
            <a:ext cx="10668000" cy="19050"/>
          </a:xfrm>
          <a:prstGeom prst="rect">
            <a:avLst/>
          </a:prstGeom>
          <a:solidFill>
            <a:srgbClr val="A8D5C8"/>
          </a:solidFill>
          <a:ln>
            <a:noFill/>
          </a:ln>
        </p:spPr>
      </p:sp>
      <p:sp>
        <p:nvSpPr>
          <p:cNvPr id="4" name="footer-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6032500"/>
            <a:ext cx="88900" cy="8890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</p:sp>
      <p:sp>
        <p:nvSpPr>
          <p:cNvPr id="5" name="footer"/>
          <p:cNvSpPr txBox="1"/>
          <p:nvPr/>
        </p:nvSpPr>
        <p:spPr>
          <a:xfrm>
            <a:off x="927100" y="5916517"/>
            <a:ext cx="1389062" cy="1858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50"/>
              </a:lnSpc>
              <a:buNone/>
            </a:pPr>
            <a:r>
              <a:rPr lang="en-US" sz="1350" dirty="0">
                <a:solidFill>
                  <a:srgbClr val="14263B"/>
                </a:solidFill>
                <a:latin typeface="Rubik"/>
                <a:ea typeface="Rubik"/>
                <a:cs typeface="Rubik"/>
              </a:rPr>
              <a:t>Tidewick Café</a:t>
            </a:r>
            <a:endParaRPr lang="en-US" sz="1350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762000" y="828865"/>
            <a:ext cx="10693400" cy="8157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954"/>
              </a:lnSpc>
              <a:buNone/>
            </a:pPr>
            <a:r>
              <a:rPr lang="en-US" sz="4500" dirty="0">
                <a:solidFill>
                  <a:srgbClr val="14263B"/>
                </a:solidFill>
                <a:latin typeface="Young Serif"/>
                <a:ea typeface="Young Serif"/>
                <a:cs typeface="Young Serif"/>
              </a:rPr>
              <a:t>2026 priorities</a:t>
            </a:r>
            <a:endParaRPr lang="en-US" sz="4500" dirty="0"/>
          </a:p>
        </p:txBody>
      </p:sp>
      <p:sp>
        <p:nvSpPr>
          <p:cNvPr id="7" name="accent-bar"/>
          <p:cNvSpPr/>
          <p:nvPr/>
        </p:nvSpPr>
        <p:spPr>
          <a:xfrm>
            <a:off x="762000" y="635000"/>
            <a:ext cx="508000" cy="635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8" name="body"/>
          <p:cNvSpPr txBox="1"/>
          <p:nvPr/>
        </p:nvSpPr>
        <p:spPr>
          <a:xfrm>
            <a:off x="762000" y="2029142"/>
            <a:ext cx="7747000" cy="266985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marL="533400" indent="-533400" lvl="0">
              <a:lnSpc>
                <a:spcPts val="3600"/>
              </a:lnSpc>
              <a:spcBef>
                <a:spcPts val="0"/>
              </a:spcBef>
              <a:spcAft>
                <a:spcPts val="2200"/>
              </a:spcAft>
              <a:buFont typeface="Arial"/>
              <a:buChar char="•"/>
            </a:pPr>
            <a:r>
              <a:rPr lang="en-US" sz="3000" dirty="0">
                <a:solidFill>
                  <a:srgbClr val="14263B"/>
                </a:solidFill>
                <a:latin typeface="Rubik"/>
                <a:ea typeface="Rubik"/>
                <a:cs typeface="Rubik"/>
              </a:rPr>
              <a:t>A second espresso machine for the weekend rush</a:t>
            </a:r>
            <a:endParaRPr lang="en-US" sz="3000" dirty="0"/>
          </a:p>
          <a:p>
            <a:pPr algn="l" marL="533400" indent="-533400" lvl="0">
              <a:lnSpc>
                <a:spcPts val="3600"/>
              </a:lnSpc>
              <a:spcBef>
                <a:spcPts val="0"/>
              </a:spcBef>
              <a:spcAft>
                <a:spcPts val="2200"/>
              </a:spcAft>
              <a:buFont typeface="Arial"/>
              <a:buChar char="•"/>
            </a:pPr>
            <a:r>
              <a:rPr lang="en-US" sz="3000" dirty="0">
                <a:solidFill>
                  <a:srgbClr val="14263B"/>
                </a:solidFill>
                <a:latin typeface="Rubik"/>
                <a:ea typeface="Rubik"/>
                <a:cs typeface="Rubik"/>
              </a:rPr>
              <a:t>A monthly makers' market on the quay</a:t>
            </a:r>
            <a:endParaRPr lang="en-US" sz="3000" dirty="0"/>
          </a:p>
          <a:p>
            <a:pPr algn="l" marL="533400" indent="-533400" lvl="0">
              <a:lnSpc>
                <a:spcPts val="3600"/>
              </a:lnSpc>
              <a:spcBef>
                <a:spcPts val="0"/>
              </a:spcBef>
              <a:spcAft>
                <a:spcPts val="2200"/>
              </a:spcAft>
              <a:buFont typeface="Arial"/>
              <a:buChar char="•"/>
            </a:pPr>
            <a:r>
              <a:rPr lang="en-US" sz="3000" dirty="0">
                <a:solidFill>
                  <a:srgbClr val="14263B"/>
                </a:solidFill>
                <a:latin typeface="Rubik"/>
                <a:ea typeface="Rubik"/>
                <a:cs typeface="Rubik"/>
              </a:rPr>
              <a:t>Launch the winter menu on December 1</a:t>
            </a:r>
            <a:endParaRPr lang="en-US" sz="3000" dirty="0"/>
          </a:p>
        </p:txBody>
      </p:sp>
      <p:sp>
        <p:nvSpPr>
          <p:cNvPr id="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0" y="812800"/>
            <a:ext cx="2286000" cy="4775200"/>
          </a:xfrm>
          <a:prstGeom prst="roundRect">
            <a:avLst>
              <a:gd name="adj" fmla="val 8889"/>
            </a:avLst>
          </a:prstGeom>
          <a:solidFill>
            <a:srgbClr val="F2A541"/>
          </a:solidFill>
          <a:ln>
            <a:noFill/>
          </a:ln>
        </p:spPr>
      </p:sp>
      <p:sp>
        <p:nvSpPr>
          <p:cNvPr id="10" name="panel-year"/>
          <p:cNvSpPr txBox="1"/>
          <p:nvPr/>
        </p:nvSpPr>
        <p:spPr>
          <a:xfrm>
            <a:off x="9309100" y="2976848"/>
            <a:ext cx="3241675" cy="5601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6731"/>
              </a:lnSpc>
              <a:buNone/>
            </a:pPr>
            <a:r>
              <a:rPr lang="en-US" sz="6750" dirty="0">
                <a:solidFill>
                  <a:srgbClr val="14263B"/>
                </a:solidFill>
                <a:latin typeface="Young Serif"/>
                <a:ea typeface="Young Serif"/>
                <a:cs typeface="Young Serif"/>
              </a:rPr>
              <a:t>2026</a:t>
            </a:r>
            <a:endParaRPr lang="en-US" sz="6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ank-you-see-you-on-the-quay">
    <p:bg>
      <p:bgPr>
        <a:solidFill>
          <a:srgbClr val="14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5842000"/>
            <a:ext cx="10668000" cy="19050"/>
          </a:xfrm>
          <a:prstGeom prst="rect">
            <a:avLst/>
          </a:prstGeom>
          <a:solidFill>
            <a:srgbClr val="A8D5C8">
              <a:alpha val="50000"/>
            </a:srgbClr>
          </a:solidFill>
          <a:ln>
            <a:noFill/>
          </a:ln>
        </p:spPr>
      </p:sp>
      <p:sp>
        <p:nvSpPr>
          <p:cNvPr id="3" name="footer-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6032500"/>
            <a:ext cx="88900" cy="8890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</p:sp>
      <p:sp>
        <p:nvSpPr>
          <p:cNvPr id="4" name="footer"/>
          <p:cNvSpPr txBox="1"/>
          <p:nvPr/>
        </p:nvSpPr>
        <p:spPr>
          <a:xfrm>
            <a:off x="927100" y="5916517"/>
            <a:ext cx="1389062" cy="1858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50"/>
              </a:lnSpc>
              <a:buNone/>
            </a:pPr>
            <a:r>
              <a:rPr lang="en-US" sz="1350" dirty="0">
                <a:solidFill>
                  <a:srgbClr val="F7F1E5"/>
                </a:solidFill>
                <a:latin typeface="Rubik"/>
                <a:ea typeface="Rubik"/>
                <a:cs typeface="Rubik"/>
              </a:rPr>
              <a:t>Tidewick Café</a:t>
            </a:r>
            <a:endParaRPr lang="en-US" sz="1350" dirty="0"/>
          </a:p>
        </p:txBody>
      </p:sp>
      <p:sp>
        <p:nvSpPr>
          <p:cNvPr id="5" name="page-number"/>
          <p:cNvSpPr txBox="1"/>
          <p:nvPr/>
        </p:nvSpPr>
        <p:spPr>
          <a:xfrm>
            <a:off x="11049000" y="5924404"/>
            <a:ext cx="631825" cy="1969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50"/>
              </a:lnSpc>
              <a:buNone/>
            </a:pPr>
            <a:r>
              <a:rPr lang="en-US" sz="1350" dirty="0">
                <a:solidFill>
                  <a:srgbClr val="A8D5C8"/>
                </a:solidFill>
                <a:latin typeface="Rubik"/>
                <a:ea typeface="Rubik"/>
                <a:cs typeface="Rubik"/>
              </a:rPr>
              <a:t>6 / 6</a:t>
            </a:r>
            <a:endParaRPr lang="en-US" sz="1350" dirty="0"/>
          </a:p>
        </p:txBody>
      </p:sp>
      <p:sp>
        <p:nvSpPr>
          <p:cNvPr id="6" name="lamp-gl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55000" y="-1905000"/>
            <a:ext cx="5715000" cy="5715000"/>
          </a:xfrm>
          <a:prstGeom prst="ellipse">
            <a:avLst/>
          </a:prstGeom>
          <a:solidFill>
            <a:srgbClr val="A8D5C8">
              <a:alpha val="12000"/>
            </a:srgbClr>
          </a:solidFill>
          <a:ln>
            <a:noFill/>
          </a:ln>
        </p:spPr>
      </p:sp>
      <p:sp>
        <p:nvSpPr>
          <p:cNvPr id="7" name="lam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07500" y="-952500"/>
            <a:ext cx="3810000" cy="381000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</p:sp>
      <p:sp>
        <p:nvSpPr>
          <p:cNvPr id="8" name="wave-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" y="4460875"/>
            <a:ext cx="12160250" cy="222250"/>
          </a:xfrm>
          <a:custGeom>
            <a:avLst/>
            <a:gdLst/>
            <a:ahLst/>
            <a:cxnLst/>
            <a:rect l="0" t="0" r="r" b="b"/>
            <a:pathLst>
              <a:path w="192000" h="4000">
                <a:moveTo>
                  <a:pt x="0" y="2000"/>
                </a:moveTo>
                <a:lnTo>
                  <a:pt x="1000" y="2312"/>
                </a:lnTo>
                <a:lnTo>
                  <a:pt x="2000" y="2612"/>
                </a:lnTo>
                <a:lnTo>
                  <a:pt x="3000" y="2889"/>
                </a:lnTo>
                <a:lnTo>
                  <a:pt x="4000" y="3131"/>
                </a:lnTo>
                <a:lnTo>
                  <a:pt x="5000" y="3330"/>
                </a:lnTo>
                <a:lnTo>
                  <a:pt x="6000" y="3478"/>
                </a:lnTo>
                <a:lnTo>
                  <a:pt x="7000" y="3569"/>
                </a:lnTo>
                <a:lnTo>
                  <a:pt x="8000" y="3600"/>
                </a:lnTo>
                <a:lnTo>
                  <a:pt x="9000" y="3569"/>
                </a:lnTo>
                <a:lnTo>
                  <a:pt x="10000" y="3478"/>
                </a:lnTo>
                <a:lnTo>
                  <a:pt x="11000" y="3330"/>
                </a:lnTo>
                <a:lnTo>
                  <a:pt x="12000" y="3131"/>
                </a:lnTo>
                <a:lnTo>
                  <a:pt x="13000" y="2889"/>
                </a:lnTo>
                <a:lnTo>
                  <a:pt x="14000" y="2612"/>
                </a:lnTo>
                <a:lnTo>
                  <a:pt x="15000" y="2312"/>
                </a:lnTo>
                <a:lnTo>
                  <a:pt x="16000" y="2000"/>
                </a:lnTo>
                <a:lnTo>
                  <a:pt x="17000" y="1688"/>
                </a:lnTo>
                <a:lnTo>
                  <a:pt x="18000" y="1388"/>
                </a:lnTo>
                <a:lnTo>
                  <a:pt x="19000" y="1111"/>
                </a:lnTo>
                <a:lnTo>
                  <a:pt x="20000" y="869"/>
                </a:lnTo>
                <a:lnTo>
                  <a:pt x="21000" y="670"/>
                </a:lnTo>
                <a:lnTo>
                  <a:pt x="22000" y="522"/>
                </a:lnTo>
                <a:lnTo>
                  <a:pt x="23000" y="431"/>
                </a:lnTo>
                <a:lnTo>
                  <a:pt x="24000" y="400"/>
                </a:lnTo>
                <a:lnTo>
                  <a:pt x="25000" y="431"/>
                </a:lnTo>
                <a:lnTo>
                  <a:pt x="26000" y="522"/>
                </a:lnTo>
                <a:lnTo>
                  <a:pt x="27000" y="670"/>
                </a:lnTo>
                <a:lnTo>
                  <a:pt x="28000" y="869"/>
                </a:lnTo>
                <a:lnTo>
                  <a:pt x="29000" y="1111"/>
                </a:lnTo>
                <a:lnTo>
                  <a:pt x="30000" y="1388"/>
                </a:lnTo>
                <a:lnTo>
                  <a:pt x="31000" y="1688"/>
                </a:lnTo>
                <a:lnTo>
                  <a:pt x="32000" y="2000"/>
                </a:lnTo>
                <a:lnTo>
                  <a:pt x="33000" y="2312"/>
                </a:lnTo>
                <a:lnTo>
                  <a:pt x="34000" y="2612"/>
                </a:lnTo>
                <a:lnTo>
                  <a:pt x="35000" y="2889"/>
                </a:lnTo>
                <a:lnTo>
                  <a:pt x="36000" y="3131"/>
                </a:lnTo>
                <a:lnTo>
                  <a:pt x="37000" y="3330"/>
                </a:lnTo>
                <a:lnTo>
                  <a:pt x="38000" y="3478"/>
                </a:lnTo>
                <a:lnTo>
                  <a:pt x="39000" y="3569"/>
                </a:lnTo>
                <a:lnTo>
                  <a:pt x="40000" y="3600"/>
                </a:lnTo>
                <a:lnTo>
                  <a:pt x="41000" y="3569"/>
                </a:lnTo>
                <a:lnTo>
                  <a:pt x="42000" y="3478"/>
                </a:lnTo>
                <a:lnTo>
                  <a:pt x="43000" y="3330"/>
                </a:lnTo>
                <a:lnTo>
                  <a:pt x="44000" y="3131"/>
                </a:lnTo>
                <a:lnTo>
                  <a:pt x="45000" y="2889"/>
                </a:lnTo>
                <a:lnTo>
                  <a:pt x="46000" y="2612"/>
                </a:lnTo>
                <a:lnTo>
                  <a:pt x="47000" y="2312"/>
                </a:lnTo>
                <a:lnTo>
                  <a:pt x="48000" y="2000"/>
                </a:lnTo>
                <a:lnTo>
                  <a:pt x="49000" y="1688"/>
                </a:lnTo>
                <a:lnTo>
                  <a:pt x="50000" y="1388"/>
                </a:lnTo>
                <a:lnTo>
                  <a:pt x="51000" y="1111"/>
                </a:lnTo>
                <a:lnTo>
                  <a:pt x="52000" y="869"/>
                </a:lnTo>
                <a:lnTo>
                  <a:pt x="53000" y="670"/>
                </a:lnTo>
                <a:lnTo>
                  <a:pt x="54000" y="522"/>
                </a:lnTo>
                <a:lnTo>
                  <a:pt x="55000" y="431"/>
                </a:lnTo>
                <a:lnTo>
                  <a:pt x="56000" y="400"/>
                </a:lnTo>
                <a:lnTo>
                  <a:pt x="57000" y="431"/>
                </a:lnTo>
                <a:lnTo>
                  <a:pt x="58000" y="522"/>
                </a:lnTo>
                <a:lnTo>
                  <a:pt x="59000" y="670"/>
                </a:lnTo>
                <a:lnTo>
                  <a:pt x="60000" y="869"/>
                </a:lnTo>
                <a:lnTo>
                  <a:pt x="61000" y="1111"/>
                </a:lnTo>
                <a:lnTo>
                  <a:pt x="62000" y="1388"/>
                </a:lnTo>
                <a:lnTo>
                  <a:pt x="63000" y="1688"/>
                </a:lnTo>
                <a:lnTo>
                  <a:pt x="64000" y="2000"/>
                </a:lnTo>
                <a:lnTo>
                  <a:pt x="65000" y="2312"/>
                </a:lnTo>
                <a:lnTo>
                  <a:pt x="66000" y="2612"/>
                </a:lnTo>
                <a:lnTo>
                  <a:pt x="67000" y="2889"/>
                </a:lnTo>
                <a:lnTo>
                  <a:pt x="68000" y="3131"/>
                </a:lnTo>
                <a:lnTo>
                  <a:pt x="69000" y="3330"/>
                </a:lnTo>
                <a:lnTo>
                  <a:pt x="70000" y="3478"/>
                </a:lnTo>
                <a:lnTo>
                  <a:pt x="71000" y="3569"/>
                </a:lnTo>
                <a:lnTo>
                  <a:pt x="72000" y="3600"/>
                </a:lnTo>
                <a:lnTo>
                  <a:pt x="73000" y="3569"/>
                </a:lnTo>
                <a:lnTo>
                  <a:pt x="74000" y="3478"/>
                </a:lnTo>
                <a:lnTo>
                  <a:pt x="75000" y="3330"/>
                </a:lnTo>
                <a:lnTo>
                  <a:pt x="76000" y="3131"/>
                </a:lnTo>
                <a:lnTo>
                  <a:pt x="77000" y="2889"/>
                </a:lnTo>
                <a:lnTo>
                  <a:pt x="78000" y="2612"/>
                </a:lnTo>
                <a:lnTo>
                  <a:pt x="79000" y="2312"/>
                </a:lnTo>
                <a:lnTo>
                  <a:pt x="80000" y="2000"/>
                </a:lnTo>
                <a:lnTo>
                  <a:pt x="81000" y="1688"/>
                </a:lnTo>
                <a:lnTo>
                  <a:pt x="82000" y="1388"/>
                </a:lnTo>
                <a:lnTo>
                  <a:pt x="83000" y="1111"/>
                </a:lnTo>
                <a:lnTo>
                  <a:pt x="84000" y="869"/>
                </a:lnTo>
                <a:lnTo>
                  <a:pt x="85000" y="670"/>
                </a:lnTo>
                <a:lnTo>
                  <a:pt x="86000" y="522"/>
                </a:lnTo>
                <a:lnTo>
                  <a:pt x="87000" y="431"/>
                </a:lnTo>
                <a:lnTo>
                  <a:pt x="88000" y="400"/>
                </a:lnTo>
                <a:lnTo>
                  <a:pt x="89000" y="431"/>
                </a:lnTo>
                <a:lnTo>
                  <a:pt x="90000" y="522"/>
                </a:lnTo>
                <a:lnTo>
                  <a:pt x="91000" y="670"/>
                </a:lnTo>
                <a:lnTo>
                  <a:pt x="92000" y="869"/>
                </a:lnTo>
                <a:lnTo>
                  <a:pt x="93000" y="1111"/>
                </a:lnTo>
                <a:lnTo>
                  <a:pt x="94000" y="1388"/>
                </a:lnTo>
                <a:lnTo>
                  <a:pt x="95000" y="1688"/>
                </a:lnTo>
                <a:lnTo>
                  <a:pt x="96000" y="2000"/>
                </a:lnTo>
                <a:lnTo>
                  <a:pt x="97000" y="2312"/>
                </a:lnTo>
                <a:lnTo>
                  <a:pt x="98000" y="2612"/>
                </a:lnTo>
                <a:lnTo>
                  <a:pt x="99000" y="2889"/>
                </a:lnTo>
                <a:lnTo>
                  <a:pt x="100000" y="3131"/>
                </a:lnTo>
                <a:lnTo>
                  <a:pt x="101000" y="3330"/>
                </a:lnTo>
                <a:lnTo>
                  <a:pt x="102000" y="3478"/>
                </a:lnTo>
                <a:lnTo>
                  <a:pt x="103000" y="3569"/>
                </a:lnTo>
                <a:lnTo>
                  <a:pt x="104000" y="3600"/>
                </a:lnTo>
                <a:lnTo>
                  <a:pt x="105000" y="3569"/>
                </a:lnTo>
                <a:lnTo>
                  <a:pt x="106000" y="3478"/>
                </a:lnTo>
                <a:lnTo>
                  <a:pt x="107000" y="3330"/>
                </a:lnTo>
                <a:lnTo>
                  <a:pt x="108000" y="3131"/>
                </a:lnTo>
                <a:lnTo>
                  <a:pt x="109000" y="2889"/>
                </a:lnTo>
                <a:lnTo>
                  <a:pt x="110000" y="2612"/>
                </a:lnTo>
                <a:lnTo>
                  <a:pt x="111000" y="2312"/>
                </a:lnTo>
                <a:lnTo>
                  <a:pt x="112000" y="2000"/>
                </a:lnTo>
                <a:lnTo>
                  <a:pt x="113000" y="1688"/>
                </a:lnTo>
                <a:lnTo>
                  <a:pt x="114000" y="1388"/>
                </a:lnTo>
                <a:lnTo>
                  <a:pt x="115000" y="1111"/>
                </a:lnTo>
                <a:lnTo>
                  <a:pt x="116000" y="869"/>
                </a:lnTo>
                <a:lnTo>
                  <a:pt x="117000" y="670"/>
                </a:lnTo>
                <a:lnTo>
                  <a:pt x="118000" y="522"/>
                </a:lnTo>
                <a:lnTo>
                  <a:pt x="119000" y="431"/>
                </a:lnTo>
                <a:lnTo>
                  <a:pt x="120000" y="400"/>
                </a:lnTo>
                <a:lnTo>
                  <a:pt x="121000" y="431"/>
                </a:lnTo>
                <a:lnTo>
                  <a:pt x="122000" y="522"/>
                </a:lnTo>
                <a:lnTo>
                  <a:pt x="123000" y="670"/>
                </a:lnTo>
                <a:lnTo>
                  <a:pt x="124000" y="869"/>
                </a:lnTo>
                <a:lnTo>
                  <a:pt x="125000" y="1111"/>
                </a:lnTo>
                <a:lnTo>
                  <a:pt x="126000" y="1388"/>
                </a:lnTo>
                <a:lnTo>
                  <a:pt x="127000" y="1688"/>
                </a:lnTo>
                <a:lnTo>
                  <a:pt x="128000" y="2000"/>
                </a:lnTo>
                <a:lnTo>
                  <a:pt x="129000" y="2312"/>
                </a:lnTo>
                <a:lnTo>
                  <a:pt x="130000" y="2612"/>
                </a:lnTo>
                <a:lnTo>
                  <a:pt x="131000" y="2889"/>
                </a:lnTo>
                <a:lnTo>
                  <a:pt x="132000" y="3131"/>
                </a:lnTo>
                <a:lnTo>
                  <a:pt x="133000" y="3330"/>
                </a:lnTo>
                <a:lnTo>
                  <a:pt x="134000" y="3478"/>
                </a:lnTo>
                <a:lnTo>
                  <a:pt x="135000" y="3569"/>
                </a:lnTo>
                <a:lnTo>
                  <a:pt x="136000" y="3600"/>
                </a:lnTo>
                <a:lnTo>
                  <a:pt x="137000" y="3569"/>
                </a:lnTo>
                <a:lnTo>
                  <a:pt x="138000" y="3478"/>
                </a:lnTo>
                <a:lnTo>
                  <a:pt x="139000" y="3330"/>
                </a:lnTo>
                <a:lnTo>
                  <a:pt x="140000" y="3131"/>
                </a:lnTo>
                <a:lnTo>
                  <a:pt x="141000" y="2889"/>
                </a:lnTo>
                <a:lnTo>
                  <a:pt x="142000" y="2612"/>
                </a:lnTo>
                <a:lnTo>
                  <a:pt x="143000" y="2312"/>
                </a:lnTo>
                <a:lnTo>
                  <a:pt x="144000" y="2000"/>
                </a:lnTo>
                <a:lnTo>
                  <a:pt x="145000" y="1688"/>
                </a:lnTo>
                <a:lnTo>
                  <a:pt x="146000" y="1388"/>
                </a:lnTo>
                <a:lnTo>
                  <a:pt x="147000" y="1111"/>
                </a:lnTo>
                <a:lnTo>
                  <a:pt x="148000" y="869"/>
                </a:lnTo>
                <a:lnTo>
                  <a:pt x="149000" y="670"/>
                </a:lnTo>
                <a:lnTo>
                  <a:pt x="150000" y="522"/>
                </a:lnTo>
                <a:lnTo>
                  <a:pt x="151000" y="431"/>
                </a:lnTo>
                <a:lnTo>
                  <a:pt x="152000" y="400"/>
                </a:lnTo>
                <a:lnTo>
                  <a:pt x="153000" y="431"/>
                </a:lnTo>
                <a:lnTo>
                  <a:pt x="154000" y="522"/>
                </a:lnTo>
                <a:lnTo>
                  <a:pt x="155000" y="670"/>
                </a:lnTo>
                <a:lnTo>
                  <a:pt x="156000" y="869"/>
                </a:lnTo>
                <a:lnTo>
                  <a:pt x="157000" y="1111"/>
                </a:lnTo>
                <a:lnTo>
                  <a:pt x="158000" y="1388"/>
                </a:lnTo>
                <a:lnTo>
                  <a:pt x="159000" y="1688"/>
                </a:lnTo>
                <a:lnTo>
                  <a:pt x="160000" y="2000"/>
                </a:lnTo>
                <a:lnTo>
                  <a:pt x="161000" y="2312"/>
                </a:lnTo>
                <a:lnTo>
                  <a:pt x="162000" y="2612"/>
                </a:lnTo>
                <a:lnTo>
                  <a:pt x="163000" y="2889"/>
                </a:lnTo>
                <a:lnTo>
                  <a:pt x="164000" y="3131"/>
                </a:lnTo>
                <a:lnTo>
                  <a:pt x="165000" y="3330"/>
                </a:lnTo>
                <a:lnTo>
                  <a:pt x="166000" y="3478"/>
                </a:lnTo>
                <a:lnTo>
                  <a:pt x="167000" y="3569"/>
                </a:lnTo>
                <a:lnTo>
                  <a:pt x="168000" y="3600"/>
                </a:lnTo>
                <a:lnTo>
                  <a:pt x="169000" y="3569"/>
                </a:lnTo>
                <a:lnTo>
                  <a:pt x="170000" y="3478"/>
                </a:lnTo>
                <a:lnTo>
                  <a:pt x="171000" y="3330"/>
                </a:lnTo>
                <a:lnTo>
                  <a:pt x="172000" y="3131"/>
                </a:lnTo>
                <a:lnTo>
                  <a:pt x="173000" y="2889"/>
                </a:lnTo>
                <a:lnTo>
                  <a:pt x="174000" y="2612"/>
                </a:lnTo>
                <a:lnTo>
                  <a:pt x="175000" y="2312"/>
                </a:lnTo>
                <a:lnTo>
                  <a:pt x="176000" y="2000"/>
                </a:lnTo>
                <a:lnTo>
                  <a:pt x="177000" y="1688"/>
                </a:lnTo>
                <a:lnTo>
                  <a:pt x="178000" y="1388"/>
                </a:lnTo>
                <a:lnTo>
                  <a:pt x="179000" y="1111"/>
                </a:lnTo>
                <a:lnTo>
                  <a:pt x="180000" y="869"/>
                </a:lnTo>
                <a:lnTo>
                  <a:pt x="181000" y="670"/>
                </a:lnTo>
                <a:lnTo>
                  <a:pt x="182000" y="522"/>
                </a:lnTo>
                <a:lnTo>
                  <a:pt x="183000" y="431"/>
                </a:lnTo>
                <a:lnTo>
                  <a:pt x="184000" y="400"/>
                </a:lnTo>
                <a:lnTo>
                  <a:pt x="185000" y="431"/>
                </a:lnTo>
                <a:lnTo>
                  <a:pt x="186000" y="522"/>
                </a:lnTo>
                <a:lnTo>
                  <a:pt x="187000" y="670"/>
                </a:lnTo>
                <a:lnTo>
                  <a:pt x="188000" y="869"/>
                </a:lnTo>
                <a:lnTo>
                  <a:pt x="189000" y="1111"/>
                </a:lnTo>
                <a:lnTo>
                  <a:pt x="190000" y="1388"/>
                </a:lnTo>
                <a:lnTo>
                  <a:pt x="191000" y="1688"/>
                </a:lnTo>
                <a:lnTo>
                  <a:pt x="192000" y="2000"/>
                </a:lnTo>
              </a:path>
            </a:pathLst>
          </a:custGeom>
          <a:noFill/>
          <a:ln w="31750">
            <a:solidFill>
              <a:srgbClr val="A8D5C8"/>
            </a:solidFill>
          </a:ln>
        </p:spPr>
      </p:sp>
      <p:sp>
        <p:nvSpPr>
          <p:cNvPr id="9" name="wave-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" y="4841875"/>
            <a:ext cx="12160250" cy="222250"/>
          </a:xfrm>
          <a:custGeom>
            <a:avLst/>
            <a:gdLst/>
            <a:ahLst/>
            <a:cxnLst/>
            <a:rect l="0" t="0" r="r" b="b"/>
            <a:pathLst>
              <a:path w="192000" h="4000">
                <a:moveTo>
                  <a:pt x="0" y="2000"/>
                </a:moveTo>
                <a:lnTo>
                  <a:pt x="1000" y="2312"/>
                </a:lnTo>
                <a:lnTo>
                  <a:pt x="2000" y="2612"/>
                </a:lnTo>
                <a:lnTo>
                  <a:pt x="3000" y="2889"/>
                </a:lnTo>
                <a:lnTo>
                  <a:pt x="4000" y="3131"/>
                </a:lnTo>
                <a:lnTo>
                  <a:pt x="5000" y="3330"/>
                </a:lnTo>
                <a:lnTo>
                  <a:pt x="6000" y="3478"/>
                </a:lnTo>
                <a:lnTo>
                  <a:pt x="7000" y="3569"/>
                </a:lnTo>
                <a:lnTo>
                  <a:pt x="8000" y="3600"/>
                </a:lnTo>
                <a:lnTo>
                  <a:pt x="9000" y="3569"/>
                </a:lnTo>
                <a:lnTo>
                  <a:pt x="10000" y="3478"/>
                </a:lnTo>
                <a:lnTo>
                  <a:pt x="11000" y="3330"/>
                </a:lnTo>
                <a:lnTo>
                  <a:pt x="12000" y="3131"/>
                </a:lnTo>
                <a:lnTo>
                  <a:pt x="13000" y="2889"/>
                </a:lnTo>
                <a:lnTo>
                  <a:pt x="14000" y="2612"/>
                </a:lnTo>
                <a:lnTo>
                  <a:pt x="15000" y="2312"/>
                </a:lnTo>
                <a:lnTo>
                  <a:pt x="16000" y="2000"/>
                </a:lnTo>
                <a:lnTo>
                  <a:pt x="17000" y="1688"/>
                </a:lnTo>
                <a:lnTo>
                  <a:pt x="18000" y="1388"/>
                </a:lnTo>
                <a:lnTo>
                  <a:pt x="19000" y="1111"/>
                </a:lnTo>
                <a:lnTo>
                  <a:pt x="20000" y="869"/>
                </a:lnTo>
                <a:lnTo>
                  <a:pt x="21000" y="670"/>
                </a:lnTo>
                <a:lnTo>
                  <a:pt x="22000" y="522"/>
                </a:lnTo>
                <a:lnTo>
                  <a:pt x="23000" y="431"/>
                </a:lnTo>
                <a:lnTo>
                  <a:pt x="24000" y="400"/>
                </a:lnTo>
                <a:lnTo>
                  <a:pt x="25000" y="431"/>
                </a:lnTo>
                <a:lnTo>
                  <a:pt x="26000" y="522"/>
                </a:lnTo>
                <a:lnTo>
                  <a:pt x="27000" y="670"/>
                </a:lnTo>
                <a:lnTo>
                  <a:pt x="28000" y="869"/>
                </a:lnTo>
                <a:lnTo>
                  <a:pt x="29000" y="1111"/>
                </a:lnTo>
                <a:lnTo>
                  <a:pt x="30000" y="1388"/>
                </a:lnTo>
                <a:lnTo>
                  <a:pt x="31000" y="1688"/>
                </a:lnTo>
                <a:lnTo>
                  <a:pt x="32000" y="2000"/>
                </a:lnTo>
                <a:lnTo>
                  <a:pt x="33000" y="2312"/>
                </a:lnTo>
                <a:lnTo>
                  <a:pt x="34000" y="2612"/>
                </a:lnTo>
                <a:lnTo>
                  <a:pt x="35000" y="2889"/>
                </a:lnTo>
                <a:lnTo>
                  <a:pt x="36000" y="3131"/>
                </a:lnTo>
                <a:lnTo>
                  <a:pt x="37000" y="3330"/>
                </a:lnTo>
                <a:lnTo>
                  <a:pt x="38000" y="3478"/>
                </a:lnTo>
                <a:lnTo>
                  <a:pt x="39000" y="3569"/>
                </a:lnTo>
                <a:lnTo>
                  <a:pt x="40000" y="3600"/>
                </a:lnTo>
                <a:lnTo>
                  <a:pt x="41000" y="3569"/>
                </a:lnTo>
                <a:lnTo>
                  <a:pt x="42000" y="3478"/>
                </a:lnTo>
                <a:lnTo>
                  <a:pt x="43000" y="3330"/>
                </a:lnTo>
                <a:lnTo>
                  <a:pt x="44000" y="3131"/>
                </a:lnTo>
                <a:lnTo>
                  <a:pt x="45000" y="2889"/>
                </a:lnTo>
                <a:lnTo>
                  <a:pt x="46000" y="2612"/>
                </a:lnTo>
                <a:lnTo>
                  <a:pt x="47000" y="2312"/>
                </a:lnTo>
                <a:lnTo>
                  <a:pt x="48000" y="2000"/>
                </a:lnTo>
                <a:lnTo>
                  <a:pt x="49000" y="1688"/>
                </a:lnTo>
                <a:lnTo>
                  <a:pt x="50000" y="1388"/>
                </a:lnTo>
                <a:lnTo>
                  <a:pt x="51000" y="1111"/>
                </a:lnTo>
                <a:lnTo>
                  <a:pt x="52000" y="869"/>
                </a:lnTo>
                <a:lnTo>
                  <a:pt x="53000" y="670"/>
                </a:lnTo>
                <a:lnTo>
                  <a:pt x="54000" y="522"/>
                </a:lnTo>
                <a:lnTo>
                  <a:pt x="55000" y="431"/>
                </a:lnTo>
                <a:lnTo>
                  <a:pt x="56000" y="400"/>
                </a:lnTo>
                <a:lnTo>
                  <a:pt x="57000" y="431"/>
                </a:lnTo>
                <a:lnTo>
                  <a:pt x="58000" y="522"/>
                </a:lnTo>
                <a:lnTo>
                  <a:pt x="59000" y="670"/>
                </a:lnTo>
                <a:lnTo>
                  <a:pt x="60000" y="869"/>
                </a:lnTo>
                <a:lnTo>
                  <a:pt x="61000" y="1111"/>
                </a:lnTo>
                <a:lnTo>
                  <a:pt x="62000" y="1388"/>
                </a:lnTo>
                <a:lnTo>
                  <a:pt x="63000" y="1688"/>
                </a:lnTo>
                <a:lnTo>
                  <a:pt x="64000" y="2000"/>
                </a:lnTo>
                <a:lnTo>
                  <a:pt x="65000" y="2312"/>
                </a:lnTo>
                <a:lnTo>
                  <a:pt x="66000" y="2612"/>
                </a:lnTo>
                <a:lnTo>
                  <a:pt x="67000" y="2889"/>
                </a:lnTo>
                <a:lnTo>
                  <a:pt x="68000" y="3131"/>
                </a:lnTo>
                <a:lnTo>
                  <a:pt x="69000" y="3330"/>
                </a:lnTo>
                <a:lnTo>
                  <a:pt x="70000" y="3478"/>
                </a:lnTo>
                <a:lnTo>
                  <a:pt x="71000" y="3569"/>
                </a:lnTo>
                <a:lnTo>
                  <a:pt x="72000" y="3600"/>
                </a:lnTo>
                <a:lnTo>
                  <a:pt x="73000" y="3569"/>
                </a:lnTo>
                <a:lnTo>
                  <a:pt x="74000" y="3478"/>
                </a:lnTo>
                <a:lnTo>
                  <a:pt x="75000" y="3330"/>
                </a:lnTo>
                <a:lnTo>
                  <a:pt x="76000" y="3131"/>
                </a:lnTo>
                <a:lnTo>
                  <a:pt x="77000" y="2889"/>
                </a:lnTo>
                <a:lnTo>
                  <a:pt x="78000" y="2612"/>
                </a:lnTo>
                <a:lnTo>
                  <a:pt x="79000" y="2312"/>
                </a:lnTo>
                <a:lnTo>
                  <a:pt x="80000" y="2000"/>
                </a:lnTo>
                <a:lnTo>
                  <a:pt x="81000" y="1688"/>
                </a:lnTo>
                <a:lnTo>
                  <a:pt x="82000" y="1388"/>
                </a:lnTo>
                <a:lnTo>
                  <a:pt x="83000" y="1111"/>
                </a:lnTo>
                <a:lnTo>
                  <a:pt x="84000" y="869"/>
                </a:lnTo>
                <a:lnTo>
                  <a:pt x="85000" y="670"/>
                </a:lnTo>
                <a:lnTo>
                  <a:pt x="86000" y="522"/>
                </a:lnTo>
                <a:lnTo>
                  <a:pt x="87000" y="431"/>
                </a:lnTo>
                <a:lnTo>
                  <a:pt x="88000" y="400"/>
                </a:lnTo>
                <a:lnTo>
                  <a:pt x="89000" y="431"/>
                </a:lnTo>
                <a:lnTo>
                  <a:pt x="90000" y="522"/>
                </a:lnTo>
                <a:lnTo>
                  <a:pt x="91000" y="670"/>
                </a:lnTo>
                <a:lnTo>
                  <a:pt x="92000" y="869"/>
                </a:lnTo>
                <a:lnTo>
                  <a:pt x="93000" y="1111"/>
                </a:lnTo>
                <a:lnTo>
                  <a:pt x="94000" y="1388"/>
                </a:lnTo>
                <a:lnTo>
                  <a:pt x="95000" y="1688"/>
                </a:lnTo>
                <a:lnTo>
                  <a:pt x="96000" y="2000"/>
                </a:lnTo>
                <a:lnTo>
                  <a:pt x="97000" y="2312"/>
                </a:lnTo>
                <a:lnTo>
                  <a:pt x="98000" y="2612"/>
                </a:lnTo>
                <a:lnTo>
                  <a:pt x="99000" y="2889"/>
                </a:lnTo>
                <a:lnTo>
                  <a:pt x="100000" y="3131"/>
                </a:lnTo>
                <a:lnTo>
                  <a:pt x="101000" y="3330"/>
                </a:lnTo>
                <a:lnTo>
                  <a:pt x="102000" y="3478"/>
                </a:lnTo>
                <a:lnTo>
                  <a:pt x="103000" y="3569"/>
                </a:lnTo>
                <a:lnTo>
                  <a:pt x="104000" y="3600"/>
                </a:lnTo>
                <a:lnTo>
                  <a:pt x="105000" y="3569"/>
                </a:lnTo>
                <a:lnTo>
                  <a:pt x="106000" y="3478"/>
                </a:lnTo>
                <a:lnTo>
                  <a:pt x="107000" y="3330"/>
                </a:lnTo>
                <a:lnTo>
                  <a:pt x="108000" y="3131"/>
                </a:lnTo>
                <a:lnTo>
                  <a:pt x="109000" y="2889"/>
                </a:lnTo>
                <a:lnTo>
                  <a:pt x="110000" y="2612"/>
                </a:lnTo>
                <a:lnTo>
                  <a:pt x="111000" y="2312"/>
                </a:lnTo>
                <a:lnTo>
                  <a:pt x="112000" y="2000"/>
                </a:lnTo>
                <a:lnTo>
                  <a:pt x="113000" y="1688"/>
                </a:lnTo>
                <a:lnTo>
                  <a:pt x="114000" y="1388"/>
                </a:lnTo>
                <a:lnTo>
                  <a:pt x="115000" y="1111"/>
                </a:lnTo>
                <a:lnTo>
                  <a:pt x="116000" y="869"/>
                </a:lnTo>
                <a:lnTo>
                  <a:pt x="117000" y="670"/>
                </a:lnTo>
                <a:lnTo>
                  <a:pt x="118000" y="522"/>
                </a:lnTo>
                <a:lnTo>
                  <a:pt x="119000" y="431"/>
                </a:lnTo>
                <a:lnTo>
                  <a:pt x="120000" y="400"/>
                </a:lnTo>
                <a:lnTo>
                  <a:pt x="121000" y="431"/>
                </a:lnTo>
                <a:lnTo>
                  <a:pt x="122000" y="522"/>
                </a:lnTo>
                <a:lnTo>
                  <a:pt x="123000" y="670"/>
                </a:lnTo>
                <a:lnTo>
                  <a:pt x="124000" y="869"/>
                </a:lnTo>
                <a:lnTo>
                  <a:pt x="125000" y="1111"/>
                </a:lnTo>
                <a:lnTo>
                  <a:pt x="126000" y="1388"/>
                </a:lnTo>
                <a:lnTo>
                  <a:pt x="127000" y="1688"/>
                </a:lnTo>
                <a:lnTo>
                  <a:pt x="128000" y="2000"/>
                </a:lnTo>
                <a:lnTo>
                  <a:pt x="129000" y="2312"/>
                </a:lnTo>
                <a:lnTo>
                  <a:pt x="130000" y="2612"/>
                </a:lnTo>
                <a:lnTo>
                  <a:pt x="131000" y="2889"/>
                </a:lnTo>
                <a:lnTo>
                  <a:pt x="132000" y="3131"/>
                </a:lnTo>
                <a:lnTo>
                  <a:pt x="133000" y="3330"/>
                </a:lnTo>
                <a:lnTo>
                  <a:pt x="134000" y="3478"/>
                </a:lnTo>
                <a:lnTo>
                  <a:pt x="135000" y="3569"/>
                </a:lnTo>
                <a:lnTo>
                  <a:pt x="136000" y="3600"/>
                </a:lnTo>
                <a:lnTo>
                  <a:pt x="137000" y="3569"/>
                </a:lnTo>
                <a:lnTo>
                  <a:pt x="138000" y="3478"/>
                </a:lnTo>
                <a:lnTo>
                  <a:pt x="139000" y="3330"/>
                </a:lnTo>
                <a:lnTo>
                  <a:pt x="140000" y="3131"/>
                </a:lnTo>
                <a:lnTo>
                  <a:pt x="141000" y="2889"/>
                </a:lnTo>
                <a:lnTo>
                  <a:pt x="142000" y="2612"/>
                </a:lnTo>
                <a:lnTo>
                  <a:pt x="143000" y="2312"/>
                </a:lnTo>
                <a:lnTo>
                  <a:pt x="144000" y="2000"/>
                </a:lnTo>
                <a:lnTo>
                  <a:pt x="145000" y="1688"/>
                </a:lnTo>
                <a:lnTo>
                  <a:pt x="146000" y="1388"/>
                </a:lnTo>
                <a:lnTo>
                  <a:pt x="147000" y="1111"/>
                </a:lnTo>
                <a:lnTo>
                  <a:pt x="148000" y="869"/>
                </a:lnTo>
                <a:lnTo>
                  <a:pt x="149000" y="670"/>
                </a:lnTo>
                <a:lnTo>
                  <a:pt x="150000" y="522"/>
                </a:lnTo>
                <a:lnTo>
                  <a:pt x="151000" y="431"/>
                </a:lnTo>
                <a:lnTo>
                  <a:pt x="152000" y="400"/>
                </a:lnTo>
                <a:lnTo>
                  <a:pt x="153000" y="431"/>
                </a:lnTo>
                <a:lnTo>
                  <a:pt x="154000" y="522"/>
                </a:lnTo>
                <a:lnTo>
                  <a:pt x="155000" y="670"/>
                </a:lnTo>
                <a:lnTo>
                  <a:pt x="156000" y="869"/>
                </a:lnTo>
                <a:lnTo>
                  <a:pt x="157000" y="1111"/>
                </a:lnTo>
                <a:lnTo>
                  <a:pt x="158000" y="1388"/>
                </a:lnTo>
                <a:lnTo>
                  <a:pt x="159000" y="1688"/>
                </a:lnTo>
                <a:lnTo>
                  <a:pt x="160000" y="2000"/>
                </a:lnTo>
                <a:lnTo>
                  <a:pt x="161000" y="2312"/>
                </a:lnTo>
                <a:lnTo>
                  <a:pt x="162000" y="2612"/>
                </a:lnTo>
                <a:lnTo>
                  <a:pt x="163000" y="2889"/>
                </a:lnTo>
                <a:lnTo>
                  <a:pt x="164000" y="3131"/>
                </a:lnTo>
                <a:lnTo>
                  <a:pt x="165000" y="3330"/>
                </a:lnTo>
                <a:lnTo>
                  <a:pt x="166000" y="3478"/>
                </a:lnTo>
                <a:lnTo>
                  <a:pt x="167000" y="3569"/>
                </a:lnTo>
                <a:lnTo>
                  <a:pt x="168000" y="3600"/>
                </a:lnTo>
                <a:lnTo>
                  <a:pt x="169000" y="3569"/>
                </a:lnTo>
                <a:lnTo>
                  <a:pt x="170000" y="3478"/>
                </a:lnTo>
                <a:lnTo>
                  <a:pt x="171000" y="3330"/>
                </a:lnTo>
                <a:lnTo>
                  <a:pt x="172000" y="3131"/>
                </a:lnTo>
                <a:lnTo>
                  <a:pt x="173000" y="2889"/>
                </a:lnTo>
                <a:lnTo>
                  <a:pt x="174000" y="2612"/>
                </a:lnTo>
                <a:lnTo>
                  <a:pt x="175000" y="2312"/>
                </a:lnTo>
                <a:lnTo>
                  <a:pt x="176000" y="2000"/>
                </a:lnTo>
                <a:lnTo>
                  <a:pt x="177000" y="1688"/>
                </a:lnTo>
                <a:lnTo>
                  <a:pt x="178000" y="1388"/>
                </a:lnTo>
                <a:lnTo>
                  <a:pt x="179000" y="1111"/>
                </a:lnTo>
                <a:lnTo>
                  <a:pt x="180000" y="869"/>
                </a:lnTo>
                <a:lnTo>
                  <a:pt x="181000" y="670"/>
                </a:lnTo>
                <a:lnTo>
                  <a:pt x="182000" y="522"/>
                </a:lnTo>
                <a:lnTo>
                  <a:pt x="183000" y="431"/>
                </a:lnTo>
                <a:lnTo>
                  <a:pt x="184000" y="400"/>
                </a:lnTo>
                <a:lnTo>
                  <a:pt x="185000" y="431"/>
                </a:lnTo>
                <a:lnTo>
                  <a:pt x="186000" y="522"/>
                </a:lnTo>
                <a:lnTo>
                  <a:pt x="187000" y="670"/>
                </a:lnTo>
                <a:lnTo>
                  <a:pt x="188000" y="869"/>
                </a:lnTo>
                <a:lnTo>
                  <a:pt x="189000" y="1111"/>
                </a:lnTo>
                <a:lnTo>
                  <a:pt x="190000" y="1388"/>
                </a:lnTo>
                <a:lnTo>
                  <a:pt x="191000" y="1688"/>
                </a:lnTo>
                <a:lnTo>
                  <a:pt x="192000" y="2000"/>
                </a:lnTo>
              </a:path>
            </a:pathLst>
          </a:custGeom>
          <a:noFill/>
          <a:ln w="31750">
            <a:solidFill>
              <a:srgbClr val="A8D5C8">
                <a:alpha val="60000"/>
              </a:srgbClr>
            </a:solidFill>
          </a:ln>
        </p:spPr>
      </p:sp>
      <p:sp>
        <p:nvSpPr>
          <p:cNvPr id="10" name="wave-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" y="5222875"/>
            <a:ext cx="12160250" cy="222250"/>
          </a:xfrm>
          <a:custGeom>
            <a:avLst/>
            <a:gdLst/>
            <a:ahLst/>
            <a:cxnLst/>
            <a:rect l="0" t="0" r="r" b="b"/>
            <a:pathLst>
              <a:path w="192000" h="4000">
                <a:moveTo>
                  <a:pt x="0" y="2000"/>
                </a:moveTo>
                <a:lnTo>
                  <a:pt x="1000" y="2312"/>
                </a:lnTo>
                <a:lnTo>
                  <a:pt x="2000" y="2612"/>
                </a:lnTo>
                <a:lnTo>
                  <a:pt x="3000" y="2889"/>
                </a:lnTo>
                <a:lnTo>
                  <a:pt x="4000" y="3131"/>
                </a:lnTo>
                <a:lnTo>
                  <a:pt x="5000" y="3330"/>
                </a:lnTo>
                <a:lnTo>
                  <a:pt x="6000" y="3478"/>
                </a:lnTo>
                <a:lnTo>
                  <a:pt x="7000" y="3569"/>
                </a:lnTo>
                <a:lnTo>
                  <a:pt x="8000" y="3600"/>
                </a:lnTo>
                <a:lnTo>
                  <a:pt x="9000" y="3569"/>
                </a:lnTo>
                <a:lnTo>
                  <a:pt x="10000" y="3478"/>
                </a:lnTo>
                <a:lnTo>
                  <a:pt x="11000" y="3330"/>
                </a:lnTo>
                <a:lnTo>
                  <a:pt x="12000" y="3131"/>
                </a:lnTo>
                <a:lnTo>
                  <a:pt x="13000" y="2889"/>
                </a:lnTo>
                <a:lnTo>
                  <a:pt x="14000" y="2612"/>
                </a:lnTo>
                <a:lnTo>
                  <a:pt x="15000" y="2312"/>
                </a:lnTo>
                <a:lnTo>
                  <a:pt x="16000" y="2000"/>
                </a:lnTo>
                <a:lnTo>
                  <a:pt x="17000" y="1688"/>
                </a:lnTo>
                <a:lnTo>
                  <a:pt x="18000" y="1388"/>
                </a:lnTo>
                <a:lnTo>
                  <a:pt x="19000" y="1111"/>
                </a:lnTo>
                <a:lnTo>
                  <a:pt x="20000" y="869"/>
                </a:lnTo>
                <a:lnTo>
                  <a:pt x="21000" y="670"/>
                </a:lnTo>
                <a:lnTo>
                  <a:pt x="22000" y="522"/>
                </a:lnTo>
                <a:lnTo>
                  <a:pt x="23000" y="431"/>
                </a:lnTo>
                <a:lnTo>
                  <a:pt x="24000" y="400"/>
                </a:lnTo>
                <a:lnTo>
                  <a:pt x="25000" y="431"/>
                </a:lnTo>
                <a:lnTo>
                  <a:pt x="26000" y="522"/>
                </a:lnTo>
                <a:lnTo>
                  <a:pt x="27000" y="670"/>
                </a:lnTo>
                <a:lnTo>
                  <a:pt x="28000" y="869"/>
                </a:lnTo>
                <a:lnTo>
                  <a:pt x="29000" y="1111"/>
                </a:lnTo>
                <a:lnTo>
                  <a:pt x="30000" y="1388"/>
                </a:lnTo>
                <a:lnTo>
                  <a:pt x="31000" y="1688"/>
                </a:lnTo>
                <a:lnTo>
                  <a:pt x="32000" y="2000"/>
                </a:lnTo>
                <a:lnTo>
                  <a:pt x="33000" y="2312"/>
                </a:lnTo>
                <a:lnTo>
                  <a:pt x="34000" y="2612"/>
                </a:lnTo>
                <a:lnTo>
                  <a:pt x="35000" y="2889"/>
                </a:lnTo>
                <a:lnTo>
                  <a:pt x="36000" y="3131"/>
                </a:lnTo>
                <a:lnTo>
                  <a:pt x="37000" y="3330"/>
                </a:lnTo>
                <a:lnTo>
                  <a:pt x="38000" y="3478"/>
                </a:lnTo>
                <a:lnTo>
                  <a:pt x="39000" y="3569"/>
                </a:lnTo>
                <a:lnTo>
                  <a:pt x="40000" y="3600"/>
                </a:lnTo>
                <a:lnTo>
                  <a:pt x="41000" y="3569"/>
                </a:lnTo>
                <a:lnTo>
                  <a:pt x="42000" y="3478"/>
                </a:lnTo>
                <a:lnTo>
                  <a:pt x="43000" y="3330"/>
                </a:lnTo>
                <a:lnTo>
                  <a:pt x="44000" y="3131"/>
                </a:lnTo>
                <a:lnTo>
                  <a:pt x="45000" y="2889"/>
                </a:lnTo>
                <a:lnTo>
                  <a:pt x="46000" y="2612"/>
                </a:lnTo>
                <a:lnTo>
                  <a:pt x="47000" y="2312"/>
                </a:lnTo>
                <a:lnTo>
                  <a:pt x="48000" y="2000"/>
                </a:lnTo>
                <a:lnTo>
                  <a:pt x="49000" y="1688"/>
                </a:lnTo>
                <a:lnTo>
                  <a:pt x="50000" y="1388"/>
                </a:lnTo>
                <a:lnTo>
                  <a:pt x="51000" y="1111"/>
                </a:lnTo>
                <a:lnTo>
                  <a:pt x="52000" y="869"/>
                </a:lnTo>
                <a:lnTo>
                  <a:pt x="53000" y="670"/>
                </a:lnTo>
                <a:lnTo>
                  <a:pt x="54000" y="522"/>
                </a:lnTo>
                <a:lnTo>
                  <a:pt x="55000" y="431"/>
                </a:lnTo>
                <a:lnTo>
                  <a:pt x="56000" y="400"/>
                </a:lnTo>
                <a:lnTo>
                  <a:pt x="57000" y="431"/>
                </a:lnTo>
                <a:lnTo>
                  <a:pt x="58000" y="522"/>
                </a:lnTo>
                <a:lnTo>
                  <a:pt x="59000" y="670"/>
                </a:lnTo>
                <a:lnTo>
                  <a:pt x="60000" y="869"/>
                </a:lnTo>
                <a:lnTo>
                  <a:pt x="61000" y="1111"/>
                </a:lnTo>
                <a:lnTo>
                  <a:pt x="62000" y="1388"/>
                </a:lnTo>
                <a:lnTo>
                  <a:pt x="63000" y="1688"/>
                </a:lnTo>
                <a:lnTo>
                  <a:pt x="64000" y="2000"/>
                </a:lnTo>
                <a:lnTo>
                  <a:pt x="65000" y="2312"/>
                </a:lnTo>
                <a:lnTo>
                  <a:pt x="66000" y="2612"/>
                </a:lnTo>
                <a:lnTo>
                  <a:pt x="67000" y="2889"/>
                </a:lnTo>
                <a:lnTo>
                  <a:pt x="68000" y="3131"/>
                </a:lnTo>
                <a:lnTo>
                  <a:pt x="69000" y="3330"/>
                </a:lnTo>
                <a:lnTo>
                  <a:pt x="70000" y="3478"/>
                </a:lnTo>
                <a:lnTo>
                  <a:pt x="71000" y="3569"/>
                </a:lnTo>
                <a:lnTo>
                  <a:pt x="72000" y="3600"/>
                </a:lnTo>
                <a:lnTo>
                  <a:pt x="73000" y="3569"/>
                </a:lnTo>
                <a:lnTo>
                  <a:pt x="74000" y="3478"/>
                </a:lnTo>
                <a:lnTo>
                  <a:pt x="75000" y="3330"/>
                </a:lnTo>
                <a:lnTo>
                  <a:pt x="76000" y="3131"/>
                </a:lnTo>
                <a:lnTo>
                  <a:pt x="77000" y="2889"/>
                </a:lnTo>
                <a:lnTo>
                  <a:pt x="78000" y="2612"/>
                </a:lnTo>
                <a:lnTo>
                  <a:pt x="79000" y="2312"/>
                </a:lnTo>
                <a:lnTo>
                  <a:pt x="80000" y="2000"/>
                </a:lnTo>
                <a:lnTo>
                  <a:pt x="81000" y="1688"/>
                </a:lnTo>
                <a:lnTo>
                  <a:pt x="82000" y="1388"/>
                </a:lnTo>
                <a:lnTo>
                  <a:pt x="83000" y="1111"/>
                </a:lnTo>
                <a:lnTo>
                  <a:pt x="84000" y="869"/>
                </a:lnTo>
                <a:lnTo>
                  <a:pt x="85000" y="670"/>
                </a:lnTo>
                <a:lnTo>
                  <a:pt x="86000" y="522"/>
                </a:lnTo>
                <a:lnTo>
                  <a:pt x="87000" y="431"/>
                </a:lnTo>
                <a:lnTo>
                  <a:pt x="88000" y="400"/>
                </a:lnTo>
                <a:lnTo>
                  <a:pt x="89000" y="431"/>
                </a:lnTo>
                <a:lnTo>
                  <a:pt x="90000" y="522"/>
                </a:lnTo>
                <a:lnTo>
                  <a:pt x="91000" y="670"/>
                </a:lnTo>
                <a:lnTo>
                  <a:pt x="92000" y="869"/>
                </a:lnTo>
                <a:lnTo>
                  <a:pt x="93000" y="1111"/>
                </a:lnTo>
                <a:lnTo>
                  <a:pt x="94000" y="1388"/>
                </a:lnTo>
                <a:lnTo>
                  <a:pt x="95000" y="1688"/>
                </a:lnTo>
                <a:lnTo>
                  <a:pt x="96000" y="2000"/>
                </a:lnTo>
                <a:lnTo>
                  <a:pt x="97000" y="2312"/>
                </a:lnTo>
                <a:lnTo>
                  <a:pt x="98000" y="2612"/>
                </a:lnTo>
                <a:lnTo>
                  <a:pt x="99000" y="2889"/>
                </a:lnTo>
                <a:lnTo>
                  <a:pt x="100000" y="3131"/>
                </a:lnTo>
                <a:lnTo>
                  <a:pt x="101000" y="3330"/>
                </a:lnTo>
                <a:lnTo>
                  <a:pt x="102000" y="3478"/>
                </a:lnTo>
                <a:lnTo>
                  <a:pt x="103000" y="3569"/>
                </a:lnTo>
                <a:lnTo>
                  <a:pt x="104000" y="3600"/>
                </a:lnTo>
                <a:lnTo>
                  <a:pt x="105000" y="3569"/>
                </a:lnTo>
                <a:lnTo>
                  <a:pt x="106000" y="3478"/>
                </a:lnTo>
                <a:lnTo>
                  <a:pt x="107000" y="3330"/>
                </a:lnTo>
                <a:lnTo>
                  <a:pt x="108000" y="3131"/>
                </a:lnTo>
                <a:lnTo>
                  <a:pt x="109000" y="2889"/>
                </a:lnTo>
                <a:lnTo>
                  <a:pt x="110000" y="2612"/>
                </a:lnTo>
                <a:lnTo>
                  <a:pt x="111000" y="2312"/>
                </a:lnTo>
                <a:lnTo>
                  <a:pt x="112000" y="2000"/>
                </a:lnTo>
                <a:lnTo>
                  <a:pt x="113000" y="1688"/>
                </a:lnTo>
                <a:lnTo>
                  <a:pt x="114000" y="1388"/>
                </a:lnTo>
                <a:lnTo>
                  <a:pt x="115000" y="1111"/>
                </a:lnTo>
                <a:lnTo>
                  <a:pt x="116000" y="869"/>
                </a:lnTo>
                <a:lnTo>
                  <a:pt x="117000" y="670"/>
                </a:lnTo>
                <a:lnTo>
                  <a:pt x="118000" y="522"/>
                </a:lnTo>
                <a:lnTo>
                  <a:pt x="119000" y="431"/>
                </a:lnTo>
                <a:lnTo>
                  <a:pt x="120000" y="400"/>
                </a:lnTo>
                <a:lnTo>
                  <a:pt x="121000" y="431"/>
                </a:lnTo>
                <a:lnTo>
                  <a:pt x="122000" y="522"/>
                </a:lnTo>
                <a:lnTo>
                  <a:pt x="123000" y="670"/>
                </a:lnTo>
                <a:lnTo>
                  <a:pt x="124000" y="869"/>
                </a:lnTo>
                <a:lnTo>
                  <a:pt x="125000" y="1111"/>
                </a:lnTo>
                <a:lnTo>
                  <a:pt x="126000" y="1388"/>
                </a:lnTo>
                <a:lnTo>
                  <a:pt x="127000" y="1688"/>
                </a:lnTo>
                <a:lnTo>
                  <a:pt x="128000" y="2000"/>
                </a:lnTo>
                <a:lnTo>
                  <a:pt x="129000" y="2312"/>
                </a:lnTo>
                <a:lnTo>
                  <a:pt x="130000" y="2612"/>
                </a:lnTo>
                <a:lnTo>
                  <a:pt x="131000" y="2889"/>
                </a:lnTo>
                <a:lnTo>
                  <a:pt x="132000" y="3131"/>
                </a:lnTo>
                <a:lnTo>
                  <a:pt x="133000" y="3330"/>
                </a:lnTo>
                <a:lnTo>
                  <a:pt x="134000" y="3478"/>
                </a:lnTo>
                <a:lnTo>
                  <a:pt x="135000" y="3569"/>
                </a:lnTo>
                <a:lnTo>
                  <a:pt x="136000" y="3600"/>
                </a:lnTo>
                <a:lnTo>
                  <a:pt x="137000" y="3569"/>
                </a:lnTo>
                <a:lnTo>
                  <a:pt x="138000" y="3478"/>
                </a:lnTo>
                <a:lnTo>
                  <a:pt x="139000" y="3330"/>
                </a:lnTo>
                <a:lnTo>
                  <a:pt x="140000" y="3131"/>
                </a:lnTo>
                <a:lnTo>
                  <a:pt x="141000" y="2889"/>
                </a:lnTo>
                <a:lnTo>
                  <a:pt x="142000" y="2612"/>
                </a:lnTo>
                <a:lnTo>
                  <a:pt x="143000" y="2312"/>
                </a:lnTo>
                <a:lnTo>
                  <a:pt x="144000" y="2000"/>
                </a:lnTo>
                <a:lnTo>
                  <a:pt x="145000" y="1688"/>
                </a:lnTo>
                <a:lnTo>
                  <a:pt x="146000" y="1388"/>
                </a:lnTo>
                <a:lnTo>
                  <a:pt x="147000" y="1111"/>
                </a:lnTo>
                <a:lnTo>
                  <a:pt x="148000" y="869"/>
                </a:lnTo>
                <a:lnTo>
                  <a:pt x="149000" y="670"/>
                </a:lnTo>
                <a:lnTo>
                  <a:pt x="150000" y="522"/>
                </a:lnTo>
                <a:lnTo>
                  <a:pt x="151000" y="431"/>
                </a:lnTo>
                <a:lnTo>
                  <a:pt x="152000" y="400"/>
                </a:lnTo>
                <a:lnTo>
                  <a:pt x="153000" y="431"/>
                </a:lnTo>
                <a:lnTo>
                  <a:pt x="154000" y="522"/>
                </a:lnTo>
                <a:lnTo>
                  <a:pt x="155000" y="670"/>
                </a:lnTo>
                <a:lnTo>
                  <a:pt x="156000" y="869"/>
                </a:lnTo>
                <a:lnTo>
                  <a:pt x="157000" y="1111"/>
                </a:lnTo>
                <a:lnTo>
                  <a:pt x="158000" y="1388"/>
                </a:lnTo>
                <a:lnTo>
                  <a:pt x="159000" y="1688"/>
                </a:lnTo>
                <a:lnTo>
                  <a:pt x="160000" y="2000"/>
                </a:lnTo>
                <a:lnTo>
                  <a:pt x="161000" y="2312"/>
                </a:lnTo>
                <a:lnTo>
                  <a:pt x="162000" y="2612"/>
                </a:lnTo>
                <a:lnTo>
                  <a:pt x="163000" y="2889"/>
                </a:lnTo>
                <a:lnTo>
                  <a:pt x="164000" y="3131"/>
                </a:lnTo>
                <a:lnTo>
                  <a:pt x="165000" y="3330"/>
                </a:lnTo>
                <a:lnTo>
                  <a:pt x="166000" y="3478"/>
                </a:lnTo>
                <a:lnTo>
                  <a:pt x="167000" y="3569"/>
                </a:lnTo>
                <a:lnTo>
                  <a:pt x="168000" y="3600"/>
                </a:lnTo>
                <a:lnTo>
                  <a:pt x="169000" y="3569"/>
                </a:lnTo>
                <a:lnTo>
                  <a:pt x="170000" y="3478"/>
                </a:lnTo>
                <a:lnTo>
                  <a:pt x="171000" y="3330"/>
                </a:lnTo>
                <a:lnTo>
                  <a:pt x="172000" y="3131"/>
                </a:lnTo>
                <a:lnTo>
                  <a:pt x="173000" y="2889"/>
                </a:lnTo>
                <a:lnTo>
                  <a:pt x="174000" y="2612"/>
                </a:lnTo>
                <a:lnTo>
                  <a:pt x="175000" y="2312"/>
                </a:lnTo>
                <a:lnTo>
                  <a:pt x="176000" y="2000"/>
                </a:lnTo>
                <a:lnTo>
                  <a:pt x="177000" y="1688"/>
                </a:lnTo>
                <a:lnTo>
                  <a:pt x="178000" y="1388"/>
                </a:lnTo>
                <a:lnTo>
                  <a:pt x="179000" y="1111"/>
                </a:lnTo>
                <a:lnTo>
                  <a:pt x="180000" y="869"/>
                </a:lnTo>
                <a:lnTo>
                  <a:pt x="181000" y="670"/>
                </a:lnTo>
                <a:lnTo>
                  <a:pt x="182000" y="522"/>
                </a:lnTo>
                <a:lnTo>
                  <a:pt x="183000" y="431"/>
                </a:lnTo>
                <a:lnTo>
                  <a:pt x="184000" y="400"/>
                </a:lnTo>
                <a:lnTo>
                  <a:pt x="185000" y="431"/>
                </a:lnTo>
                <a:lnTo>
                  <a:pt x="186000" y="522"/>
                </a:lnTo>
                <a:lnTo>
                  <a:pt x="187000" y="670"/>
                </a:lnTo>
                <a:lnTo>
                  <a:pt x="188000" y="869"/>
                </a:lnTo>
                <a:lnTo>
                  <a:pt x="189000" y="1111"/>
                </a:lnTo>
                <a:lnTo>
                  <a:pt x="190000" y="1388"/>
                </a:lnTo>
                <a:lnTo>
                  <a:pt x="191000" y="1688"/>
                </a:lnTo>
                <a:lnTo>
                  <a:pt x="192000" y="2000"/>
                </a:lnTo>
              </a:path>
            </a:pathLst>
          </a:custGeom>
          <a:noFill/>
          <a:ln w="31750">
            <a:solidFill>
              <a:srgbClr val="A8D5C8">
                <a:alpha val="30000"/>
              </a:srgbClr>
            </a:solidFill>
          </a:ln>
        </p:spPr>
      </p:sp>
      <p:sp>
        <p:nvSpPr>
          <p:cNvPr id="11" name="accent-bar"/>
          <p:cNvSpPr/>
          <p:nvPr/>
        </p:nvSpPr>
        <p:spPr>
          <a:xfrm>
            <a:off x="762000" y="1333500"/>
            <a:ext cx="762000" cy="889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762000" y="1643316"/>
            <a:ext cx="10445750" cy="17602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7431"/>
              </a:lnSpc>
              <a:buNone/>
            </a:pPr>
            <a:r>
              <a:rPr lang="en-US" sz="6750" dirty="0">
                <a:solidFill>
                  <a:srgbClr val="F7F1E5"/>
                </a:solidFill>
                <a:latin typeface="Young Serif"/>
                <a:ea typeface="Young Serif"/>
                <a:cs typeface="Young Serif"/>
              </a:rPr>
              <a:t>Thank you —</a:t>
            </a:r>
            <a:endParaRPr lang="en-US" sz="6750" dirty="0"/>
          </a:p>
          <a:p>
            <a:pPr algn="l">
              <a:lnSpc>
                <a:spcPts val="7431"/>
              </a:lnSpc>
              <a:buNone/>
            </a:pPr>
            <a:r>
              <a:rPr lang="en-US" sz="6750" dirty="0">
                <a:solidFill>
                  <a:srgbClr val="F7F1E5"/>
                </a:solidFill>
                <a:latin typeface="Young Serif"/>
                <a:ea typeface="Young Serif"/>
                <a:cs typeface="Young Serif"/>
              </a:rPr>
              <a:t>see you on the quay.</a:t>
            </a:r>
            <a:endParaRPr lang="en-US" sz="6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xl">
  <a:themeElements>
    <a:clrScheme name="Vixl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B2777"/>
      </a:accent2>
      <a:accent3>
        <a:srgbClr val="059669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Vix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ix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xl">
  <a:themeElements>
    <a:clrScheme name="Vixl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B2777"/>
      </a:accent2>
      <a:accent3>
        <a:srgbClr val="059669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Vix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ix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Vixl</Application>
  <Slides>6</Slides>
  <Notes>6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By the numbers</dc:title>
  <dc:creator>Vixl</dc:creator>
</cp:coreProperties>
</file>
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team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28625"/>
            <a:ext cx="10668000" cy="1143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714500"/>
            <a:ext cx="10668000" cy="3429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>
        <a:defRPr sz="2800" kern="12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tro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>
          <a:xfrm>
            <a:off x="2633662" y="2975967"/>
            <a:ext cx="8655844" cy="8959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7238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Quarterly Review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venue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2"/>
          <p:cNvSpPr>
            <a:spLocks noGrp="1"/>
          </p:cNvSpPr>
          <p:nvPr>
            <p:ph type="title"/>
          </p:nvPr>
        </p:nvSpPr>
        <p:spPr>
          <a:xfrm>
            <a:off x="2747962" y="2968675"/>
            <a:ext cx="8370094" cy="884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7238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Revenue up 12%</a:t>
            </a:r>
            <a:endParaRPr lang="en-US" sz="7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xt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3"/>
          <p:cNvSpPr>
            <a:spLocks noGrp="1"/>
          </p:cNvSpPr>
          <p:nvPr>
            <p:ph type="title"/>
          </p:nvPr>
        </p:nvSpPr>
        <p:spPr>
          <a:xfrm>
            <a:off x="3905250" y="2964061"/>
            <a:ext cx="5753100" cy="88403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7238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Next steps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xl">
  <a:themeElements>
    <a:clrScheme name="Vixl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B2777"/>
      </a:accent2>
      <a:accent3>
        <a:srgbClr val="059669"/>
      </a:accent3>
      <a:accent4>
        <a:srgbClr val="D9770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Vix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ix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Vixl</Application>
  <Slides>3</Slides>
  <Notes>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Next steps</dc:title>
  <dc:creator>Vixl</dc:creator>
</cp:coreProperties>
</file>